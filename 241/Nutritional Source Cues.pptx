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IBM Plex Sans"/>
      <p:regular r:id="rId23"/>
      <p:bold r:id="rId24"/>
      <p:italic r:id="rId25"/>
      <p:boldItalic r:id="rId26"/>
    </p:embeddedFont>
    <p:embeddedFont>
      <p:font typeface="IBM Plex Sans Light"/>
      <p:regular r:id="rId27"/>
      <p:bold r:id="rId28"/>
      <p:italic r:id="rId29"/>
      <p:boldItalic r:id="rId30"/>
    </p:embeddedFont>
    <p:embeddedFont>
      <p:font typeface="IBM Plex Sans Medium"/>
      <p:regular r:id="rId31"/>
      <p:bold r:id="rId32"/>
      <p:italic r:id="rId33"/>
      <p:boldItalic r:id="rId34"/>
    </p:embeddedFont>
    <p:embeddedFont>
      <p:font typeface="Inter Medium"/>
      <p:regular r:id="rId35"/>
      <p:bold r:id="rId36"/>
      <p:italic r:id="rId37"/>
      <p:boldItalic r:id="rId38"/>
    </p:embeddedFont>
    <p:embeddedFont>
      <p:font typeface="Inter Black"/>
      <p:bold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Black-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IBMPlexSans-bold.fntdata"/><Relationship Id="rId23" Type="http://schemas.openxmlformats.org/officeDocument/2006/relationships/font" Target="fonts/IBMPlex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BMPlexSans-boldItalic.fntdata"/><Relationship Id="rId25" Type="http://schemas.openxmlformats.org/officeDocument/2006/relationships/font" Target="fonts/IBMPlexSans-italic.fntdata"/><Relationship Id="rId28" Type="http://schemas.openxmlformats.org/officeDocument/2006/relationships/font" Target="fonts/IBMPlexSansLight-bold.fntdata"/><Relationship Id="rId27" Type="http://schemas.openxmlformats.org/officeDocument/2006/relationships/font" Target="fonts/IBMPlexSansLigh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BMPlexSansLight-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BMPlexSansMedium-regular.fntdata"/><Relationship Id="rId30" Type="http://schemas.openxmlformats.org/officeDocument/2006/relationships/font" Target="fonts/IBMPlexSansLight-boldItalic.fntdata"/><Relationship Id="rId11" Type="http://schemas.openxmlformats.org/officeDocument/2006/relationships/slide" Target="slides/slide6.xml"/><Relationship Id="rId33" Type="http://schemas.openxmlformats.org/officeDocument/2006/relationships/font" Target="fonts/IBMPlexSansMedium-italic.fntdata"/><Relationship Id="rId10" Type="http://schemas.openxmlformats.org/officeDocument/2006/relationships/slide" Target="slides/slide5.xml"/><Relationship Id="rId32" Type="http://schemas.openxmlformats.org/officeDocument/2006/relationships/font" Target="fonts/IBMPlexSansMedium-bold.fntdata"/><Relationship Id="rId13" Type="http://schemas.openxmlformats.org/officeDocument/2006/relationships/slide" Target="slides/slide8.xml"/><Relationship Id="rId35" Type="http://schemas.openxmlformats.org/officeDocument/2006/relationships/font" Target="fonts/InterMedium-regular.fntdata"/><Relationship Id="rId12" Type="http://schemas.openxmlformats.org/officeDocument/2006/relationships/slide" Target="slides/slide7.xml"/><Relationship Id="rId34" Type="http://schemas.openxmlformats.org/officeDocument/2006/relationships/font" Target="fonts/IBMPlexSansMedium-boldItalic.fntdata"/><Relationship Id="rId15" Type="http://schemas.openxmlformats.org/officeDocument/2006/relationships/slide" Target="slides/slide10.xml"/><Relationship Id="rId37" Type="http://schemas.openxmlformats.org/officeDocument/2006/relationships/font" Target="fonts/InterMedium-italic.fntdata"/><Relationship Id="rId14" Type="http://schemas.openxmlformats.org/officeDocument/2006/relationships/slide" Target="slides/slide9.xml"/><Relationship Id="rId36" Type="http://schemas.openxmlformats.org/officeDocument/2006/relationships/font" Target="fonts/InterMedium-bold.fntdata"/><Relationship Id="rId17" Type="http://schemas.openxmlformats.org/officeDocument/2006/relationships/slide" Target="slides/slide12.xml"/><Relationship Id="rId39" Type="http://schemas.openxmlformats.org/officeDocument/2006/relationships/font" Target="fonts/InterBlack-bold.fntdata"/><Relationship Id="rId16" Type="http://schemas.openxmlformats.org/officeDocument/2006/relationships/slide" Target="slides/slide11.xml"/><Relationship Id="rId38" Type="http://schemas.openxmlformats.org/officeDocument/2006/relationships/font" Target="fonts/InterMedium-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d4937f15d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d4937f15d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GS</a:t>
            </a:r>
            <a:endParaRPr b="1"/>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4937f15de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d4937f15de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GS</a:t>
            </a:r>
            <a:endParaRPr b="1"/>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5dd429c3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d5dd429c3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GS:</a:t>
            </a:r>
            <a:endParaRPr b="1"/>
          </a:p>
          <a:p>
            <a:pPr indent="-298450" lvl="0" marL="457200" rtl="0" algn="l">
              <a:spcBef>
                <a:spcPts val="0"/>
              </a:spcBef>
              <a:spcAft>
                <a:spcPts val="0"/>
              </a:spcAft>
              <a:buSzPts val="1100"/>
              <a:buChar char="-"/>
            </a:pPr>
            <a:r>
              <a:rPr b="1" lang="en"/>
              <a:t>In the world we live in today</a:t>
            </a:r>
            <a:endParaRPr b="1"/>
          </a:p>
          <a:p>
            <a:pPr indent="-298450" lvl="0" marL="457200" rtl="0" algn="l">
              <a:spcBef>
                <a:spcPts val="0"/>
              </a:spcBef>
              <a:spcAft>
                <a:spcPts val="0"/>
              </a:spcAft>
              <a:buSzPts val="1100"/>
              <a:buChar char="●"/>
            </a:pPr>
            <a:r>
              <a:rPr b="1" lang="en"/>
              <a:t>Information readily available:</a:t>
            </a:r>
            <a:r>
              <a:rPr lang="en"/>
              <a:t> TV, Phones, Laptops, in the Gym </a:t>
            </a:r>
            <a:endParaRPr/>
          </a:p>
          <a:p>
            <a:pPr indent="-298450" lvl="0" marL="457200" rtl="0" algn="l">
              <a:spcBef>
                <a:spcPts val="0"/>
              </a:spcBef>
              <a:spcAft>
                <a:spcPts val="0"/>
              </a:spcAft>
              <a:buSzPts val="1100"/>
              <a:buChar char="●"/>
            </a:pPr>
            <a:r>
              <a:rPr b="1" lang="en"/>
              <a:t>Varying Sources:</a:t>
            </a:r>
            <a:r>
              <a:rPr lang="en"/>
              <a:t> News networks, Influencers, Experts</a:t>
            </a:r>
            <a:endParaRPr/>
          </a:p>
          <a:p>
            <a:pPr indent="-298450" lvl="0" marL="457200" rtl="0" algn="l">
              <a:spcBef>
                <a:spcPts val="0"/>
              </a:spcBef>
              <a:spcAft>
                <a:spcPts val="0"/>
              </a:spcAft>
              <a:buSzPts val="1100"/>
              <a:buChar char="●"/>
            </a:pPr>
            <a:r>
              <a:rPr b="1" lang="en"/>
              <a:t>Influencer Source: </a:t>
            </a:r>
            <a:endParaRPr b="1"/>
          </a:p>
          <a:p>
            <a:pPr indent="-298450" lvl="1" marL="914400" rtl="0" algn="l">
              <a:spcBef>
                <a:spcPts val="0"/>
              </a:spcBef>
              <a:spcAft>
                <a:spcPts val="0"/>
              </a:spcAft>
              <a:buSzPts val="1100"/>
              <a:buChar char="○"/>
            </a:pPr>
            <a:r>
              <a:rPr lang="en"/>
              <a:t>Million of followers, Million of Views</a:t>
            </a:r>
            <a:endParaRPr/>
          </a:p>
          <a:p>
            <a:pPr indent="-298450" lvl="1" marL="914400" rtl="0" algn="l">
              <a:spcBef>
                <a:spcPts val="0"/>
              </a:spcBef>
              <a:spcAft>
                <a:spcPts val="0"/>
              </a:spcAft>
              <a:buSzPts val="1100"/>
              <a:buChar char="○"/>
            </a:pPr>
            <a:r>
              <a:rPr lang="en"/>
              <a:t>Nutriitonal recommendations, advice</a:t>
            </a:r>
            <a:endParaRPr/>
          </a:p>
          <a:p>
            <a:pPr indent="-298450" lvl="1" marL="914400" rtl="0" algn="l">
              <a:spcBef>
                <a:spcPts val="0"/>
              </a:spcBef>
              <a:spcAft>
                <a:spcPts val="0"/>
              </a:spcAft>
              <a:buSzPts val="1100"/>
              <a:buChar char="○"/>
            </a:pPr>
            <a:r>
              <a:rPr lang="en"/>
              <a:t>Information may or may not be true</a:t>
            </a:r>
            <a:endParaRPr/>
          </a:p>
          <a:p>
            <a:pPr indent="-298450" lvl="0" marL="457200" rtl="0" algn="l">
              <a:spcBef>
                <a:spcPts val="0"/>
              </a:spcBef>
              <a:spcAft>
                <a:spcPts val="0"/>
              </a:spcAft>
              <a:buSzPts val="1100"/>
              <a:buChar char="●"/>
            </a:pPr>
            <a:r>
              <a:rPr b="1" lang="en"/>
              <a:t>Expert Source:</a:t>
            </a:r>
            <a:endParaRPr b="1"/>
          </a:p>
          <a:p>
            <a:pPr indent="-298450" lvl="1" marL="914400" rtl="0" algn="l">
              <a:spcBef>
                <a:spcPts val="0"/>
              </a:spcBef>
              <a:spcAft>
                <a:spcPts val="0"/>
              </a:spcAft>
              <a:buSzPts val="1100"/>
              <a:buChar char="○"/>
            </a:pPr>
            <a:r>
              <a:rPr lang="en"/>
              <a:t>Nutritional recommendations, advice</a:t>
            </a:r>
            <a:endParaRPr/>
          </a:p>
          <a:p>
            <a:pPr indent="-298450" lvl="1" marL="914400" rtl="0" algn="l">
              <a:spcBef>
                <a:spcPts val="0"/>
              </a:spcBef>
              <a:spcAft>
                <a:spcPts val="0"/>
              </a:spcAft>
              <a:buSzPts val="1100"/>
              <a:buChar char="○"/>
            </a:pPr>
            <a:r>
              <a:rPr lang="en"/>
              <a:t>Do not have a strong social media presence </a:t>
            </a:r>
            <a:endParaRPr/>
          </a:p>
          <a:p>
            <a:pPr indent="-298450" lvl="0" marL="457200" rtl="0" algn="l">
              <a:spcBef>
                <a:spcPts val="0"/>
              </a:spcBef>
              <a:spcAft>
                <a:spcPts val="0"/>
              </a:spcAft>
              <a:buSzPts val="1100"/>
              <a:buChar char="●"/>
            </a:pPr>
            <a:r>
              <a:rPr b="1" lang="en"/>
              <a:t>Personal Expierence:</a:t>
            </a:r>
            <a:endParaRPr b="1"/>
          </a:p>
          <a:p>
            <a:pPr indent="-298450" lvl="1" marL="914400" rtl="0" algn="l">
              <a:spcBef>
                <a:spcPts val="0"/>
              </a:spcBef>
              <a:spcAft>
                <a:spcPts val="0"/>
              </a:spcAft>
              <a:buSzPts val="1100"/>
              <a:buChar char="○"/>
            </a:pPr>
            <a:r>
              <a:rPr lang="en"/>
              <a:t>Falling victim to believing Information coming from  influencer’s</a:t>
            </a:r>
            <a:endParaRPr/>
          </a:p>
          <a:p>
            <a:pPr indent="-298450" lvl="1" marL="914400" rtl="0" algn="l">
              <a:spcBef>
                <a:spcPts val="0"/>
              </a:spcBef>
              <a:spcAft>
                <a:spcPts val="0"/>
              </a:spcAft>
              <a:buSzPts val="1100"/>
              <a:buChar char="○"/>
            </a:pPr>
            <a:r>
              <a:rPr lang="en"/>
              <a:t>Where that advice was incorrect</a:t>
            </a:r>
            <a:endParaRPr/>
          </a:p>
          <a:p>
            <a:pPr indent="-298450" lvl="0" marL="457200" rtl="0" algn="l">
              <a:spcBef>
                <a:spcPts val="0"/>
              </a:spcBef>
              <a:spcAft>
                <a:spcPts val="0"/>
              </a:spcAft>
              <a:buSzPts val="1100"/>
              <a:buChar char="●"/>
            </a:pPr>
            <a:r>
              <a:rPr b="1" lang="en">
                <a:solidFill>
                  <a:schemeClr val="dk1"/>
                </a:solidFill>
              </a:rPr>
              <a:t>Why Conduct an experiment:</a:t>
            </a:r>
            <a:endParaRPr/>
          </a:p>
          <a:p>
            <a:pPr indent="-298450" lvl="1" marL="914400" rtl="0" algn="l">
              <a:spcBef>
                <a:spcPts val="0"/>
              </a:spcBef>
              <a:spcAft>
                <a:spcPts val="0"/>
              </a:spcAft>
              <a:buClr>
                <a:schemeClr val="dk1"/>
              </a:buClr>
              <a:buSzPts val="1100"/>
              <a:buChar char="○"/>
            </a:pPr>
            <a:r>
              <a:rPr lang="en">
                <a:solidFill>
                  <a:schemeClr val="dk1"/>
                </a:solidFill>
              </a:rPr>
              <a:t>Observational data cannot differentiate between the effects of the source (influencer vs. expert) and audience biases. </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Randomized experiments isolate the source, providing a clear understanding of its impact on perception of credibility.</a:t>
            </a:r>
            <a:endParaRPr/>
          </a:p>
          <a:p>
            <a:pPr indent="-298450" lvl="1" marL="914400" rtl="0" algn="l">
              <a:spcBef>
                <a:spcPts val="0"/>
              </a:spcBef>
              <a:spcAft>
                <a:spcPts val="0"/>
              </a:spcAft>
              <a:buSzPts val="1100"/>
              <a:buChar char="○"/>
            </a:pPr>
            <a:r>
              <a:rPr lang="en"/>
              <a:t>We want to m</a:t>
            </a:r>
            <a:r>
              <a:rPr lang="en"/>
              <a:t>easure percieved credibility from the source of information</a:t>
            </a:r>
            <a:endParaRPr/>
          </a:p>
          <a:p>
            <a:pPr indent="-298450" lvl="1" marL="914400" rtl="0" algn="l">
              <a:spcBef>
                <a:spcPts val="0"/>
              </a:spcBef>
              <a:spcAft>
                <a:spcPts val="0"/>
              </a:spcAft>
              <a:buSzPts val="1100"/>
              <a:buChar char="○"/>
            </a:pPr>
            <a:r>
              <a:rPr lang="en"/>
              <a:t>while </a:t>
            </a:r>
            <a:r>
              <a:rPr lang="en"/>
              <a:t>targeting</a:t>
            </a:r>
            <a:r>
              <a:rPr lang="en"/>
              <a:t> different demographics to understand how different advice is perceived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Original Content below for refference:</a:t>
            </a:r>
            <a:endParaRPr/>
          </a:p>
          <a:p>
            <a:pPr indent="0" lvl="0" marL="0" rtl="0" algn="l">
              <a:spcBef>
                <a:spcPts val="0"/>
              </a:spcBef>
              <a:spcAft>
                <a:spcPts val="0"/>
              </a:spcAft>
              <a:buNone/>
            </a:pPr>
            <a:r>
              <a:rPr lang="en"/>
              <a:t>“</a:t>
            </a:r>
            <a:br>
              <a:rPr lang="en"/>
            </a:br>
            <a:r>
              <a:rPr lang="en" sz="800">
                <a:solidFill>
                  <a:schemeClr val="dk1"/>
                </a:solidFill>
              </a:rPr>
              <a:t>Imagine a social media scenario where both influencers and experts post content, and the influencers’ posts receive significantly more views and likes. This can lead us to believe that influencer posts are the most popular. However, it’s crucial to understand the audiences receiving the posts, including their backgrounds, age groups, and other demographics. Since the target audiences for influencers and experts can vary widely, assuming the influencer's post is inherently more popular may lead to incorrect conclusions.</a:t>
            </a:r>
            <a:endParaRPr sz="800">
              <a:solidFill>
                <a:schemeClr val="dk1"/>
              </a:solidFill>
            </a:endParaRPr>
          </a:p>
          <a:p>
            <a:pPr indent="0" lvl="0" marL="0" rtl="0" algn="l">
              <a:spcBef>
                <a:spcPts val="0"/>
              </a:spcBef>
              <a:spcAft>
                <a:spcPts val="0"/>
              </a:spcAft>
              <a:buClr>
                <a:schemeClr val="dk1"/>
              </a:buClr>
              <a:buSzPts val="1100"/>
              <a:buFont typeface="Arial"/>
              <a:buNone/>
            </a:pPr>
            <a:r>
              <a:t/>
            </a:r>
            <a:endParaRPr sz="800">
              <a:solidFill>
                <a:schemeClr val="dk1"/>
              </a:solidFill>
            </a:endParaRPr>
          </a:p>
          <a:p>
            <a:pPr indent="0" lvl="0" marL="0" rtl="0" algn="l">
              <a:spcBef>
                <a:spcPts val="0"/>
              </a:spcBef>
              <a:spcAft>
                <a:spcPts val="0"/>
              </a:spcAft>
              <a:buNone/>
            </a:pPr>
            <a:r>
              <a:rPr lang="en" sz="800">
                <a:solidFill>
                  <a:schemeClr val="dk1"/>
                </a:solidFill>
              </a:rPr>
              <a:t>To address these assumptions, it is important to conduct an experiment in which we keep everything constant except for the label, switching between influencer and expert, and target different demographic groups. Comparing the responses from these groups can provide a better understanding of how different advice is perceived and the best way to get evidence-based public health information to be heard.</a:t>
            </a:r>
            <a:br>
              <a:rPr lang="en"/>
            </a:br>
            <a:br>
              <a:rPr lang="en"/>
            </a:br>
            <a:r>
              <a:rPr lang="en"/>
              <a:t>”</a:t>
            </a:r>
            <a:endParaRPr/>
          </a:p>
          <a:p>
            <a:pPr indent="0" lvl="0" marL="0" rtl="0" algn="l">
              <a:spcBef>
                <a:spcPts val="0"/>
              </a:spcBef>
              <a:spcAft>
                <a:spcPts val="0"/>
              </a:spcAft>
              <a:buNone/>
            </a:pPr>
            <a:r>
              <a:t/>
            </a:r>
            <a:endParaRPr b="1"/>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d58c24945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d58c24945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GS</a:t>
            </a:r>
            <a:endParaRPr b="1"/>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d57fa21d1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d57fa21d1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GS</a:t>
            </a:r>
            <a:endParaRPr b="1"/>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d57fa21d1c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d57fa21d1c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GS</a:t>
            </a:r>
            <a:endParaRPr b="1"/>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d4937f15de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d4937f15de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GS</a:t>
            </a:r>
            <a:endParaRPr b="1"/>
          </a:p>
          <a:p>
            <a:pPr indent="-298450" lvl="0" marL="457200" rtl="0" algn="l">
              <a:spcBef>
                <a:spcPts val="0"/>
              </a:spcBef>
              <a:spcAft>
                <a:spcPts val="0"/>
              </a:spcAft>
              <a:buSzPts val="1100"/>
              <a:buChar char="-"/>
            </a:pPr>
            <a:r>
              <a:rPr lang="en"/>
              <a:t>We ended up with about </a:t>
            </a:r>
            <a:r>
              <a:rPr lang="en"/>
              <a:t>250 people</a:t>
            </a:r>
            <a:endParaRPr/>
          </a:p>
          <a:p>
            <a:pPr indent="-298450" lvl="0" marL="457200" rtl="0" algn="l">
              <a:spcBef>
                <a:spcPts val="0"/>
              </a:spcBef>
              <a:spcAft>
                <a:spcPts val="0"/>
              </a:spcAft>
              <a:buSzPts val="1100"/>
              <a:buChar char="-"/>
            </a:pPr>
            <a:r>
              <a:rPr lang="en"/>
              <a:t>PureSectrum, online panel</a:t>
            </a:r>
            <a:endParaRPr/>
          </a:p>
          <a:p>
            <a:pPr indent="-298450" lvl="0" marL="457200" rtl="0" algn="l">
              <a:spcBef>
                <a:spcPts val="0"/>
              </a:spcBef>
              <a:spcAft>
                <a:spcPts val="0"/>
              </a:spcAft>
              <a:buSzPts val="1100"/>
              <a:buChar char="-"/>
            </a:pPr>
            <a:r>
              <a:rPr lang="en"/>
              <a:t>Subject took survey we created on Qualtrics</a:t>
            </a:r>
            <a:endParaRPr/>
          </a:p>
          <a:p>
            <a:pPr indent="-298450" lvl="0" marL="457200" rtl="0" algn="l">
              <a:spcBef>
                <a:spcPts val="0"/>
              </a:spcBef>
              <a:spcAft>
                <a:spcPts val="0"/>
              </a:spcAft>
              <a:buSzPts val="1100"/>
              <a:buChar char="-"/>
            </a:pPr>
            <a:r>
              <a:rPr lang="en"/>
              <a:t>2 Randomized treatment posts</a:t>
            </a:r>
            <a:endParaRPr/>
          </a:p>
          <a:p>
            <a:pPr indent="-298450" lvl="0" marL="457200" rtl="0" algn="l">
              <a:spcBef>
                <a:spcPts val="0"/>
              </a:spcBef>
              <a:spcAft>
                <a:spcPts val="0"/>
              </a:spcAft>
              <a:buSzPts val="1100"/>
              <a:buChar char="-"/>
            </a:pPr>
            <a:r>
              <a:rPr lang="en"/>
              <a:t>Responses measured from a 7-point likert scale</a:t>
            </a:r>
            <a:endParaRPr/>
          </a:p>
          <a:p>
            <a:pPr indent="0" lvl="0" marL="0" rtl="0" algn="l">
              <a:spcBef>
                <a:spcPts val="0"/>
              </a:spcBef>
              <a:spcAft>
                <a:spcPts val="0"/>
              </a:spcAft>
              <a:buNone/>
            </a:pPr>
            <a:r>
              <a:rPr b="1" lang="en"/>
              <a:t>Next Up - </a:t>
            </a:r>
            <a:r>
              <a:rPr b="1" lang="en">
                <a:solidFill>
                  <a:schemeClr val="dk2"/>
                </a:solidFill>
              </a:rPr>
              <a:t>Ryan</a:t>
            </a:r>
            <a:endParaRPr b="1">
              <a:solidFill>
                <a:schemeClr val="dk2"/>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d4937f15de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d4937f15de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we’ve gone over our survey design, let’s look at what specifically makes this an experiment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All participants are getting two sets of randomization: once to decide which Meat and Seed Oil claim they see, and once to determine the order with which they see them</a:t>
            </a:r>
            <a:endParaRPr/>
          </a:p>
          <a:p>
            <a:pPr indent="0" lvl="0" marL="0" rtl="0" algn="l">
              <a:spcBef>
                <a:spcPts val="0"/>
              </a:spcBef>
              <a:spcAft>
                <a:spcPts val="0"/>
              </a:spcAft>
              <a:buNone/>
            </a:pPr>
            <a:r>
              <a:rPr lang="en"/>
              <a:t>This is a within-subjects design, so every person sees Meat and Oil claims, they will see only one of each (either Expert or Influencer)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included dummy claims to throw individuals off the scent of what we are testing, especially since we are running a within-subject experiment (either saw a dummy before each post or between the posts)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d57fa21d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d57fa21d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ROXO analysis shows how and where we measured outcomes, which was particularly important since this was a within-subject study and everyone was seeing a version of all claims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 t</a:t>
            </a:r>
            <a:r>
              <a:rPr lang="en">
                <a:solidFill>
                  <a:schemeClr val="dk1"/>
                </a:solidFill>
              </a:rPr>
              <a:t>ook our outcome measurements after each treatment/dummy was administered</a:t>
            </a:r>
            <a:endParaRPr>
              <a:solidFill>
                <a:schemeClr val="dk1"/>
              </a:solidFill>
            </a:endParaRPr>
          </a:p>
          <a:p>
            <a:pPr indent="0" lvl="0" marL="0" rtl="0" algn="l">
              <a:spcBef>
                <a:spcPts val="0"/>
              </a:spcBef>
              <a:spcAft>
                <a:spcPts val="0"/>
              </a:spcAft>
              <a:buNone/>
            </a:pPr>
            <a:r>
              <a:rPr lang="en">
                <a:solidFill>
                  <a:schemeClr val="dk1"/>
                </a:solidFill>
              </a:rPr>
              <a:t>Looks something like </a:t>
            </a:r>
            <a:r>
              <a:rPr lang="en">
                <a:solidFill>
                  <a:schemeClr val="dk1"/>
                </a:solidFill>
              </a:rPr>
              <a:t>Pre-test → treatment/dummy → measure outcome → treatment/dummy → measure outcome →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Randomization - w</a:t>
            </a:r>
            <a:r>
              <a:rPr lang="en">
                <a:solidFill>
                  <a:schemeClr val="dk1"/>
                </a:solidFill>
              </a:rPr>
              <a:t>e included dummy claims to throw individuals off the scent of what we are testing, especially since we are running a within-subject experiment (either saw a dummy before each post or between the posts)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d4937f15de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d4937f15de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just discussed when we are measuring our outcomes, one last thing to discuss before we talk about our models, and that is how we are measuring our outcomes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Computing a Credibility score (composite credibility index (meat and oil expert credibility, meat and oil influencer credibility))</a:t>
            </a:r>
            <a:endParaRPr/>
          </a:p>
          <a:p>
            <a:pPr indent="0" lvl="0" marL="0" rtl="0" algn="l">
              <a:lnSpc>
                <a:spcPct val="115000"/>
              </a:lnSpc>
              <a:spcBef>
                <a:spcPts val="0"/>
              </a:spcBef>
              <a:spcAft>
                <a:spcPts val="0"/>
              </a:spcAft>
              <a:buNone/>
            </a:pPr>
            <a:r>
              <a:rPr lang="en"/>
              <a:t>perceived accuracy, authenticity, believability, and trustworthiness</a:t>
            </a:r>
            <a:endParaRPr/>
          </a:p>
          <a:p>
            <a:pPr indent="0" lvl="0" marL="0" rtl="0" algn="l">
              <a:lnSpc>
                <a:spcPct val="115000"/>
              </a:lnSpc>
              <a:spcBef>
                <a:spcPts val="0"/>
              </a:spcBef>
              <a:spcAft>
                <a:spcPts val="0"/>
              </a:spcAft>
              <a:buNone/>
            </a:pPr>
            <a:r>
              <a:rPr lang="en"/>
              <a:t>1–7 scale, with higher values indicating greater perceived credibility</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We’ve already discussed our treatment, which is seeing a post from an influencer/expert</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Pre-treatment covariates: we ran </a:t>
            </a:r>
            <a:r>
              <a:rPr lang="en"/>
              <a:t>multiple</a:t>
            </a:r>
            <a:r>
              <a:rPr lang="en"/>
              <a:t> models with added covariates to attempt to explain variability in our model</a:t>
            </a:r>
            <a:endParaRPr/>
          </a:p>
          <a:p>
            <a:pPr indent="0" lvl="0" marL="0" rtl="0" algn="l">
              <a:lnSpc>
                <a:spcPct val="115000"/>
              </a:lnSpc>
              <a:spcBef>
                <a:spcPts val="0"/>
              </a:spcBef>
              <a:spcAft>
                <a:spcPts val="0"/>
              </a:spcAft>
              <a:buNone/>
            </a:pPr>
            <a:r>
              <a:rPr lang="en">
                <a:solidFill>
                  <a:schemeClr val="dk1"/>
                </a:solidFill>
              </a:rPr>
              <a:t>expert trust index and health engagement index</a:t>
            </a:r>
            <a:endParaRPr/>
          </a:p>
          <a:p>
            <a:pPr indent="0" lvl="0" marL="0" rtl="0" algn="l">
              <a:lnSpc>
                <a:spcPct val="115000"/>
              </a:lnSpc>
              <a:spcBef>
                <a:spcPts val="0"/>
              </a:spcBef>
              <a:spcAft>
                <a:spcPts val="0"/>
              </a:spcAft>
              <a:buNone/>
            </a:pPr>
            <a:r>
              <a:rPr lang="en"/>
              <a:t>health literacy and confidence, use of social media for health and nutrition, and political alignment, along with indices capturing subjects’ baseline attitudes and behaviors on trust in experts and health engagement</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Inclusion criteria: not everyone who takes a survey is going to be invested in the survey and fill it out correctly, so we attempted to narrow down our population to just </a:t>
            </a:r>
            <a:r>
              <a:rPr lang="en"/>
              <a:t>compilers</a:t>
            </a:r>
            <a:r>
              <a:rPr lang="en"/>
              <a:t> to measure </a:t>
            </a:r>
            <a:r>
              <a:rPr lang="en"/>
              <a:t>complier</a:t>
            </a:r>
            <a:r>
              <a:rPr lang="en"/>
              <a:t> average causal effect (CASE): we measured </a:t>
            </a:r>
            <a:r>
              <a:rPr lang="en">
                <a:solidFill>
                  <a:schemeClr val="dk1"/>
                </a:solidFill>
              </a:rPr>
              <a:t>two attention checks, two post treatment checks, completion time metrics, and the sequence order of post exposure</a:t>
            </a:r>
            <a:endParaRPr/>
          </a:p>
          <a:p>
            <a:pPr indent="0" lvl="0" marL="0" rtl="0" algn="l">
              <a:lnSpc>
                <a:spcPct val="115000"/>
              </a:lnSpc>
              <a:spcBef>
                <a:spcPts val="0"/>
              </a:spcBef>
              <a:spcAft>
                <a:spcPts val="0"/>
              </a:spcAft>
              <a:buNone/>
            </a:pPr>
            <a:r>
              <a:rPr lang="en"/>
              <a:t>Limited our </a:t>
            </a:r>
            <a:r>
              <a:rPr lang="en"/>
              <a:t>population</a:t>
            </a:r>
            <a:r>
              <a:rPr lang="en"/>
              <a:t> to just those with CAPTCHA score greater than 0.5, spent at least one third of the mean duration on the entire survey (industry standard, we didn’t pay for those with less than this), and did not fail both attention checks.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(two analyses: one with all subjects with the criteria listed above and a second with only subjects who passed both manipulation checks.)</a:t>
            </a:r>
            <a:endParaRPr/>
          </a:p>
          <a:p>
            <a:pPr indent="0" lvl="0" marL="0" rtl="0" algn="l">
              <a:lnSpc>
                <a:spcPct val="115000"/>
              </a:lnSpc>
              <a:spcBef>
                <a:spcPts val="0"/>
              </a:spcBef>
              <a:spcAft>
                <a:spcPts val="0"/>
              </a:spcAft>
              <a:buNone/>
            </a:pPr>
            <a:r>
              <a:rPr lang="en"/>
              <a:t>(Making sure we’re measuring Compliers)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d4937f15de_0_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d4937f15de_0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 looked at four models of increasing complexity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ran a few different models: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Plain model</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Model with prior indexes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Model with prior indexes and demographic covariates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Model with prior indexes and interaction term (why only interacting on expert, not health engagement?)</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d5a0d6163d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d5a0d6163d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 looked at four models of increasing complexity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 ran a few different models: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Plain model</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Model with prior indexes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Model with prior indexes and demographic covariates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Model with prior indexes and interaction term (why only interacting on expert, not health engagement?)</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d5a0d6163d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d5a0d6163d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Before we dive into the modeling results, we can look at the raw data and get a baseline approximation of our results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 see a slight bump in credibility for expert claims compared to influencer claims, for both Meat and Seed Oil examples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difference does look small, and our sample size is limited, so let’s see what the regression results show</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d5dd429c3a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d5dd429c3a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Actual results:</a:t>
            </a:r>
            <a:endParaRPr u="sng"/>
          </a:p>
          <a:p>
            <a:pPr indent="0" lvl="0" marL="0" rtl="0" algn="l">
              <a:spcBef>
                <a:spcPts val="0"/>
              </a:spcBef>
              <a:spcAft>
                <a:spcPts val="0"/>
              </a:spcAft>
              <a:buNone/>
            </a:pPr>
            <a:r>
              <a:rPr lang="en"/>
              <a:t>When we compute the regression results, we d</a:t>
            </a:r>
            <a:r>
              <a:rPr lang="en"/>
              <a:t>on’t see any stat sig difference in treatment effect (let alone a 0.3 boost)</a:t>
            </a:r>
            <a:endParaRPr/>
          </a:p>
          <a:p>
            <a:pPr indent="-298450" lvl="0" marL="457200" rtl="0" algn="l">
              <a:spcBef>
                <a:spcPts val="0"/>
              </a:spcBef>
              <a:spcAft>
                <a:spcPts val="0"/>
              </a:spcAft>
              <a:buSzPts val="1100"/>
              <a:buChar char="-"/>
            </a:pPr>
            <a:r>
              <a:rPr lang="en"/>
              <a:t>For Oil claims, the first model does have a stat sig effect, but the R^2 is so low, the model is doing a bad job of explaining the natural variation in the data; when we add covariates, that significance goes away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does seem to be a slight downward effect (standard errors are still negative), so maybe there is an actual effect here that we just don’t have the power to see with this study</a:t>
            </a:r>
            <a:endParaRPr/>
          </a:p>
          <a:p>
            <a:pPr indent="-298450" lvl="0" marL="457200" rtl="0" algn="l">
              <a:spcBef>
                <a:spcPts val="0"/>
              </a:spcBef>
              <a:spcAft>
                <a:spcPts val="0"/>
              </a:spcAft>
              <a:buSzPts val="1100"/>
              <a:buChar char="-"/>
            </a:pPr>
            <a:r>
              <a:rPr lang="en"/>
              <a:t>We knew power was going to be an issue with our sample size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do see that adding covariates does increase the amount of variation that we can explain with our models (R^2 goes up)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do see that having preconceived biases (as measured from our Expert Trust and Health Engagement index) does affect credibility (statistically significant effect for both claims)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d5a0d6163d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d5a0d6163d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Actual results:</a:t>
            </a:r>
            <a:endParaRPr u="sng"/>
          </a:p>
          <a:p>
            <a:pPr indent="0" lvl="0" marL="0" rtl="0" algn="l">
              <a:spcBef>
                <a:spcPts val="0"/>
              </a:spcBef>
              <a:spcAft>
                <a:spcPts val="0"/>
              </a:spcAft>
              <a:buNone/>
            </a:pPr>
            <a:r>
              <a:rPr lang="en"/>
              <a:t>Don’t see any stat sig difference in treatment effect, let alone a 0.3 boost</a:t>
            </a:r>
            <a:endParaRPr/>
          </a:p>
          <a:p>
            <a:pPr indent="0" lvl="0" marL="0" rtl="0" algn="l">
              <a:spcBef>
                <a:spcPts val="0"/>
              </a:spcBef>
              <a:spcAft>
                <a:spcPts val="0"/>
              </a:spcAft>
              <a:buNone/>
            </a:pPr>
            <a:r>
              <a:rPr lang="en"/>
              <a:t>There does seem to be a slight downward effect (standard errors are still negative), but ___</a:t>
            </a:r>
            <a:endParaRPr/>
          </a:p>
          <a:p>
            <a:pPr indent="0" lvl="0" marL="0" rtl="0" algn="l">
              <a:spcBef>
                <a:spcPts val="0"/>
              </a:spcBef>
              <a:spcAft>
                <a:spcPts val="0"/>
              </a:spcAft>
              <a:buNone/>
            </a:pPr>
            <a:r>
              <a:rPr lang="en"/>
              <a:t>We knew power was going to be an issue with our sample size</a:t>
            </a:r>
            <a:endParaRPr/>
          </a:p>
          <a:p>
            <a:pPr indent="0" lvl="0" marL="0" rtl="0" algn="l">
              <a:spcBef>
                <a:spcPts val="0"/>
              </a:spcBef>
              <a:spcAft>
                <a:spcPts val="0"/>
              </a:spcAft>
              <a:buNone/>
            </a:pPr>
            <a:r>
              <a:rPr lang="en"/>
              <a:t>We ran a few different models:</a:t>
            </a:r>
            <a:endParaRPr/>
          </a:p>
          <a:p>
            <a:pPr indent="-298450" lvl="0" marL="457200" rtl="0" algn="l">
              <a:spcBef>
                <a:spcPts val="0"/>
              </a:spcBef>
              <a:spcAft>
                <a:spcPts val="0"/>
              </a:spcAft>
              <a:buSzPts val="1100"/>
              <a:buChar char="-"/>
            </a:pPr>
            <a:r>
              <a:rPr lang="en"/>
              <a:t>Plain model</a:t>
            </a:r>
            <a:endParaRPr/>
          </a:p>
          <a:p>
            <a:pPr indent="-298450" lvl="0" marL="457200" rtl="0" algn="l">
              <a:spcBef>
                <a:spcPts val="0"/>
              </a:spcBef>
              <a:spcAft>
                <a:spcPts val="0"/>
              </a:spcAft>
              <a:buSzPts val="1100"/>
              <a:buChar char="-"/>
            </a:pPr>
            <a:r>
              <a:rPr lang="en"/>
              <a:t>Model with prior indexes</a:t>
            </a:r>
            <a:endParaRPr/>
          </a:p>
          <a:p>
            <a:pPr indent="-298450" lvl="0" marL="457200" rtl="0" algn="l">
              <a:spcBef>
                <a:spcPts val="0"/>
              </a:spcBef>
              <a:spcAft>
                <a:spcPts val="0"/>
              </a:spcAft>
              <a:buSzPts val="1100"/>
              <a:buChar char="-"/>
            </a:pPr>
            <a:r>
              <a:rPr lang="en"/>
              <a:t>Model with prior indexes and demographic covariates</a:t>
            </a:r>
            <a:endParaRPr/>
          </a:p>
          <a:p>
            <a:pPr indent="-298450" lvl="0" marL="457200" rtl="0" algn="l">
              <a:spcBef>
                <a:spcPts val="0"/>
              </a:spcBef>
              <a:spcAft>
                <a:spcPts val="0"/>
              </a:spcAft>
              <a:buSzPts val="1100"/>
              <a:buChar char="-"/>
            </a:pPr>
            <a:r>
              <a:rPr lang="en"/>
              <a:t>Model with prior indexes and interaction term (why only interacting on expert, not health engagement?)</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d5a0d6163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d5a0d6163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Diagnostic checks:</a:t>
            </a:r>
            <a:endParaRPr u="sng"/>
          </a:p>
          <a:p>
            <a:pPr indent="0" lvl="0" marL="0" rtl="0" algn="l">
              <a:lnSpc>
                <a:spcPct val="115000"/>
              </a:lnSpc>
              <a:spcBef>
                <a:spcPts val="0"/>
              </a:spcBef>
              <a:spcAft>
                <a:spcPts val="0"/>
              </a:spcAft>
              <a:buNone/>
            </a:pPr>
            <a:r>
              <a:rPr lang="en">
                <a:solidFill>
                  <a:schemeClr val="dk1"/>
                </a:solidFill>
              </a:rPr>
              <a:t>Attrition analysis - no difference in attrition/completion between treatment and control (we account for this anyway by only keeping those who completed survey)</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Attention analysis - there is evidence of a difference, this is why we dropped those who didn’t pass both attention checks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Time analysis - very small effect of time spent between </a:t>
            </a:r>
            <a:r>
              <a:rPr lang="en">
                <a:solidFill>
                  <a:schemeClr val="dk1"/>
                </a:solidFill>
              </a:rPr>
              <a:t>treatment</a:t>
            </a:r>
            <a:r>
              <a:rPr lang="en">
                <a:solidFill>
                  <a:schemeClr val="dk1"/>
                </a:solidFill>
              </a:rPr>
              <a:t> and control, stat sig but insignificant</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Position analysis - placement of dummies doesn’t affect credibility, not different between treatment and control either</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Randomization order analysis - which type of claim we show first does seem to affect credibility scores, different between Meat and Seed Oils</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d4937f15de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d4937f15de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Feedback from Scott:</a:t>
            </a:r>
            <a:endParaRPr u="sng"/>
          </a:p>
          <a:p>
            <a:pPr indent="0" lvl="0" marL="0" rtl="0" algn="l">
              <a:spcBef>
                <a:spcPts val="0"/>
              </a:spcBef>
              <a:spcAft>
                <a:spcPts val="0"/>
              </a:spcAft>
              <a:buNone/>
            </a:pPr>
            <a:r>
              <a:rPr lang="en"/>
              <a:t>should we be pooling responses around both meat and oil posts? we end up boosting our N and have internal control for each individual (internal fixed effect)</a:t>
            </a:r>
            <a:endParaRPr/>
          </a:p>
          <a:p>
            <a:pPr indent="0" lvl="0" marL="0" rtl="0" algn="l">
              <a:spcBef>
                <a:spcPts val="0"/>
              </a:spcBef>
              <a:spcAft>
                <a:spcPts val="0"/>
              </a:spcAft>
              <a:buNone/>
            </a:pPr>
            <a:r>
              <a:rPr lang="en"/>
              <a:t>for the paper, tables on order effects and description of where population sample came from</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 Title slide with sub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799475" y="714000"/>
            <a:ext cx="5343000" cy="1475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11" name="Google Shape;11;p2"/>
          <p:cNvSpPr txBox="1"/>
          <p:nvPr>
            <p:ph idx="1" type="subTitle"/>
          </p:nvPr>
        </p:nvSpPr>
        <p:spPr>
          <a:xfrm>
            <a:off x="799475" y="2175450"/>
            <a:ext cx="4781400" cy="1721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000"/>
              <a:buFont typeface="Inter Medium"/>
              <a:buNone/>
              <a:defRPr sz="2000">
                <a:solidFill>
                  <a:schemeClr val="lt1"/>
                </a:solidFill>
                <a:latin typeface="Inter Medium"/>
                <a:ea typeface="Inter Medium"/>
                <a:cs typeface="Inter Medium"/>
                <a:sym typeface="Inter Medium"/>
              </a:defRPr>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orient="horz" pos="576">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 Title and body (white)">
  <p:cSld name="TITLE_2">
    <p:spTree>
      <p:nvGrpSpPr>
        <p:cNvPr id="13" name="Shape 13"/>
        <p:cNvGrpSpPr/>
        <p:nvPr/>
      </p:nvGrpSpPr>
      <p:grpSpPr>
        <a:xfrm>
          <a:off x="0" y="0"/>
          <a:ext cx="0" cy="0"/>
          <a:chOff x="0" y="0"/>
          <a:chExt cx="0" cy="0"/>
        </a:xfrm>
      </p:grpSpPr>
      <p:pic>
        <p:nvPicPr>
          <p:cNvPr id="14" name="Google Shape;14;p3"/>
          <p:cNvPicPr preferRelativeResize="0"/>
          <p:nvPr/>
        </p:nvPicPr>
        <p:blipFill>
          <a:blip r:embed="rId2">
            <a:alphaModFix/>
          </a:blip>
          <a:stretch>
            <a:fillRect/>
          </a:stretch>
        </p:blipFill>
        <p:spPr>
          <a:xfrm>
            <a:off x="0" y="-2000"/>
            <a:ext cx="9143997" cy="5143478"/>
          </a:xfrm>
          <a:prstGeom prst="rect">
            <a:avLst/>
          </a:prstGeom>
          <a:noFill/>
          <a:ln>
            <a:noFill/>
          </a:ln>
        </p:spPr>
      </p:pic>
      <p:sp>
        <p:nvSpPr>
          <p:cNvPr id="15" name="Google Shape;15;p3"/>
          <p:cNvSpPr txBox="1"/>
          <p:nvPr>
            <p:ph type="ctrTitle"/>
          </p:nvPr>
        </p:nvSpPr>
        <p:spPr>
          <a:xfrm>
            <a:off x="799475" y="714000"/>
            <a:ext cx="5343000" cy="14754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2676"/>
              </a:buClr>
              <a:buSzPts val="3600"/>
              <a:buFont typeface="Inter Black"/>
              <a:buNone/>
              <a:defRPr sz="3600">
                <a:solidFill>
                  <a:srgbClr val="002676"/>
                </a:solidFill>
                <a:latin typeface="Inter Black"/>
                <a:ea typeface="Inter Black"/>
                <a:cs typeface="Inter Black"/>
                <a:sym typeface="Inter Black"/>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16" name="Google Shape;16;p3"/>
          <p:cNvSpPr txBox="1"/>
          <p:nvPr>
            <p:ph idx="1" type="subTitle"/>
          </p:nvPr>
        </p:nvSpPr>
        <p:spPr>
          <a:xfrm>
            <a:off x="799475" y="2175450"/>
            <a:ext cx="4781400" cy="1721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002676"/>
              </a:buClr>
              <a:buSzPts val="1400"/>
              <a:buFont typeface="Inter Medium"/>
              <a:buNone/>
              <a:defRPr sz="1400">
                <a:solidFill>
                  <a:srgbClr val="002676"/>
                </a:solidFill>
                <a:latin typeface="Inter Medium"/>
                <a:ea typeface="Inter Medium"/>
                <a:cs typeface="Inter Medium"/>
                <a:sym typeface="Inter Medium"/>
              </a:defRPr>
            </a:lvl1pPr>
            <a:lvl2pPr lvl="1" rtl="0">
              <a:lnSpc>
                <a:spcPct val="100000"/>
              </a:lnSpc>
              <a:spcBef>
                <a:spcPts val="0"/>
              </a:spcBef>
              <a:spcAft>
                <a:spcPts val="0"/>
              </a:spcAft>
              <a:buClr>
                <a:srgbClr val="002676"/>
              </a:buClr>
              <a:buSzPts val="2800"/>
              <a:buNone/>
              <a:defRPr sz="2800">
                <a:solidFill>
                  <a:srgbClr val="002676"/>
                </a:solidFill>
              </a:defRPr>
            </a:lvl2pPr>
            <a:lvl3pPr lvl="2" rtl="0">
              <a:lnSpc>
                <a:spcPct val="100000"/>
              </a:lnSpc>
              <a:spcBef>
                <a:spcPts val="0"/>
              </a:spcBef>
              <a:spcAft>
                <a:spcPts val="0"/>
              </a:spcAft>
              <a:buClr>
                <a:srgbClr val="002676"/>
              </a:buClr>
              <a:buSzPts val="2800"/>
              <a:buNone/>
              <a:defRPr sz="2800">
                <a:solidFill>
                  <a:srgbClr val="002676"/>
                </a:solidFill>
              </a:defRPr>
            </a:lvl3pPr>
            <a:lvl4pPr lvl="3" rtl="0">
              <a:lnSpc>
                <a:spcPct val="100000"/>
              </a:lnSpc>
              <a:spcBef>
                <a:spcPts val="0"/>
              </a:spcBef>
              <a:spcAft>
                <a:spcPts val="0"/>
              </a:spcAft>
              <a:buClr>
                <a:srgbClr val="002676"/>
              </a:buClr>
              <a:buSzPts val="2800"/>
              <a:buNone/>
              <a:defRPr sz="2800">
                <a:solidFill>
                  <a:srgbClr val="002676"/>
                </a:solidFill>
              </a:defRPr>
            </a:lvl4pPr>
            <a:lvl5pPr lvl="4" rtl="0">
              <a:lnSpc>
                <a:spcPct val="100000"/>
              </a:lnSpc>
              <a:spcBef>
                <a:spcPts val="0"/>
              </a:spcBef>
              <a:spcAft>
                <a:spcPts val="0"/>
              </a:spcAft>
              <a:buClr>
                <a:srgbClr val="002676"/>
              </a:buClr>
              <a:buSzPts val="2800"/>
              <a:buNone/>
              <a:defRPr sz="2800">
                <a:solidFill>
                  <a:srgbClr val="002676"/>
                </a:solidFill>
              </a:defRPr>
            </a:lvl5pPr>
            <a:lvl6pPr lvl="5" rtl="0">
              <a:lnSpc>
                <a:spcPct val="100000"/>
              </a:lnSpc>
              <a:spcBef>
                <a:spcPts val="0"/>
              </a:spcBef>
              <a:spcAft>
                <a:spcPts val="0"/>
              </a:spcAft>
              <a:buClr>
                <a:srgbClr val="002676"/>
              </a:buClr>
              <a:buSzPts val="2800"/>
              <a:buNone/>
              <a:defRPr sz="2800">
                <a:solidFill>
                  <a:srgbClr val="002676"/>
                </a:solidFill>
              </a:defRPr>
            </a:lvl6pPr>
            <a:lvl7pPr lvl="6" rtl="0">
              <a:lnSpc>
                <a:spcPct val="100000"/>
              </a:lnSpc>
              <a:spcBef>
                <a:spcPts val="0"/>
              </a:spcBef>
              <a:spcAft>
                <a:spcPts val="0"/>
              </a:spcAft>
              <a:buClr>
                <a:srgbClr val="002676"/>
              </a:buClr>
              <a:buSzPts val="2800"/>
              <a:buNone/>
              <a:defRPr sz="2800">
                <a:solidFill>
                  <a:srgbClr val="002676"/>
                </a:solidFill>
              </a:defRPr>
            </a:lvl7pPr>
            <a:lvl8pPr lvl="7" rtl="0">
              <a:lnSpc>
                <a:spcPct val="100000"/>
              </a:lnSpc>
              <a:spcBef>
                <a:spcPts val="0"/>
              </a:spcBef>
              <a:spcAft>
                <a:spcPts val="0"/>
              </a:spcAft>
              <a:buClr>
                <a:srgbClr val="002676"/>
              </a:buClr>
              <a:buSzPts val="2800"/>
              <a:buNone/>
              <a:defRPr sz="2800">
                <a:solidFill>
                  <a:srgbClr val="002676"/>
                </a:solidFill>
              </a:defRPr>
            </a:lvl8pPr>
            <a:lvl9pPr lvl="8" rtl="0">
              <a:lnSpc>
                <a:spcPct val="100000"/>
              </a:lnSpc>
              <a:spcBef>
                <a:spcPts val="0"/>
              </a:spcBef>
              <a:spcAft>
                <a:spcPts val="0"/>
              </a:spcAft>
              <a:buClr>
                <a:srgbClr val="002676"/>
              </a:buClr>
              <a:buSzPts val="2800"/>
              <a:buNone/>
              <a:defRPr sz="2800">
                <a:solidFill>
                  <a:srgbClr val="002676"/>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orient="horz" pos="576">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Freeform with caption">
  <p:cSld name="TITLE_2_4">
    <p:spTree>
      <p:nvGrpSpPr>
        <p:cNvPr id="18" name="Shape 18"/>
        <p:cNvGrpSpPr/>
        <p:nvPr/>
      </p:nvGrpSpPr>
      <p:grpSpPr>
        <a:xfrm>
          <a:off x="0" y="0"/>
          <a:ext cx="0" cy="0"/>
          <a:chOff x="0" y="0"/>
          <a:chExt cx="0" cy="0"/>
        </a:xfrm>
      </p:grpSpPr>
      <p:pic>
        <p:nvPicPr>
          <p:cNvPr id="19" name="Google Shape;19;p4"/>
          <p:cNvPicPr preferRelativeResize="0"/>
          <p:nvPr/>
        </p:nvPicPr>
        <p:blipFill>
          <a:blip r:embed="rId2">
            <a:alphaModFix/>
          </a:blip>
          <a:stretch>
            <a:fillRect/>
          </a:stretch>
        </p:blipFill>
        <p:spPr>
          <a:xfrm>
            <a:off x="0" y="0"/>
            <a:ext cx="9144003" cy="5143501"/>
          </a:xfrm>
          <a:prstGeom prst="rect">
            <a:avLst/>
          </a:prstGeom>
          <a:noFill/>
          <a:ln>
            <a:noFill/>
          </a:ln>
        </p:spPr>
      </p:pic>
      <p:sp>
        <p:nvSpPr>
          <p:cNvPr id="20" name="Google Shape;20;p4"/>
          <p:cNvSpPr txBox="1"/>
          <p:nvPr>
            <p:ph idx="1" type="subTitle"/>
          </p:nvPr>
        </p:nvSpPr>
        <p:spPr>
          <a:xfrm>
            <a:off x="799475" y="3710850"/>
            <a:ext cx="4781400" cy="6570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002676"/>
              </a:buClr>
              <a:buSzPts val="1400"/>
              <a:buFont typeface="Inter Medium"/>
              <a:buNone/>
              <a:defRPr sz="1400">
                <a:solidFill>
                  <a:srgbClr val="002676"/>
                </a:solidFill>
                <a:latin typeface="Inter Medium"/>
                <a:ea typeface="Inter Medium"/>
                <a:cs typeface="Inter Medium"/>
                <a:sym typeface="Inter Medium"/>
              </a:defRPr>
            </a:lvl1pPr>
            <a:lvl2pPr lvl="1" rtl="0">
              <a:lnSpc>
                <a:spcPct val="100000"/>
              </a:lnSpc>
              <a:spcBef>
                <a:spcPts val="0"/>
              </a:spcBef>
              <a:spcAft>
                <a:spcPts val="0"/>
              </a:spcAft>
              <a:buClr>
                <a:srgbClr val="002676"/>
              </a:buClr>
              <a:buSzPts val="2800"/>
              <a:buNone/>
              <a:defRPr sz="2800">
                <a:solidFill>
                  <a:srgbClr val="002676"/>
                </a:solidFill>
              </a:defRPr>
            </a:lvl2pPr>
            <a:lvl3pPr lvl="2" rtl="0">
              <a:lnSpc>
                <a:spcPct val="100000"/>
              </a:lnSpc>
              <a:spcBef>
                <a:spcPts val="0"/>
              </a:spcBef>
              <a:spcAft>
                <a:spcPts val="0"/>
              </a:spcAft>
              <a:buClr>
                <a:srgbClr val="002676"/>
              </a:buClr>
              <a:buSzPts val="2800"/>
              <a:buNone/>
              <a:defRPr sz="2800">
                <a:solidFill>
                  <a:srgbClr val="002676"/>
                </a:solidFill>
              </a:defRPr>
            </a:lvl3pPr>
            <a:lvl4pPr lvl="3" rtl="0">
              <a:lnSpc>
                <a:spcPct val="100000"/>
              </a:lnSpc>
              <a:spcBef>
                <a:spcPts val="0"/>
              </a:spcBef>
              <a:spcAft>
                <a:spcPts val="0"/>
              </a:spcAft>
              <a:buClr>
                <a:srgbClr val="002676"/>
              </a:buClr>
              <a:buSzPts val="2800"/>
              <a:buNone/>
              <a:defRPr sz="2800">
                <a:solidFill>
                  <a:srgbClr val="002676"/>
                </a:solidFill>
              </a:defRPr>
            </a:lvl4pPr>
            <a:lvl5pPr lvl="4" rtl="0">
              <a:lnSpc>
                <a:spcPct val="100000"/>
              </a:lnSpc>
              <a:spcBef>
                <a:spcPts val="0"/>
              </a:spcBef>
              <a:spcAft>
                <a:spcPts val="0"/>
              </a:spcAft>
              <a:buClr>
                <a:srgbClr val="002676"/>
              </a:buClr>
              <a:buSzPts val="2800"/>
              <a:buNone/>
              <a:defRPr sz="2800">
                <a:solidFill>
                  <a:srgbClr val="002676"/>
                </a:solidFill>
              </a:defRPr>
            </a:lvl5pPr>
            <a:lvl6pPr lvl="5" rtl="0">
              <a:lnSpc>
                <a:spcPct val="100000"/>
              </a:lnSpc>
              <a:spcBef>
                <a:spcPts val="0"/>
              </a:spcBef>
              <a:spcAft>
                <a:spcPts val="0"/>
              </a:spcAft>
              <a:buClr>
                <a:srgbClr val="002676"/>
              </a:buClr>
              <a:buSzPts val="2800"/>
              <a:buNone/>
              <a:defRPr sz="2800">
                <a:solidFill>
                  <a:srgbClr val="002676"/>
                </a:solidFill>
              </a:defRPr>
            </a:lvl6pPr>
            <a:lvl7pPr lvl="6" rtl="0">
              <a:lnSpc>
                <a:spcPct val="100000"/>
              </a:lnSpc>
              <a:spcBef>
                <a:spcPts val="0"/>
              </a:spcBef>
              <a:spcAft>
                <a:spcPts val="0"/>
              </a:spcAft>
              <a:buClr>
                <a:srgbClr val="002676"/>
              </a:buClr>
              <a:buSzPts val="2800"/>
              <a:buNone/>
              <a:defRPr sz="2800">
                <a:solidFill>
                  <a:srgbClr val="002676"/>
                </a:solidFill>
              </a:defRPr>
            </a:lvl7pPr>
            <a:lvl8pPr lvl="7" rtl="0">
              <a:lnSpc>
                <a:spcPct val="100000"/>
              </a:lnSpc>
              <a:spcBef>
                <a:spcPts val="0"/>
              </a:spcBef>
              <a:spcAft>
                <a:spcPts val="0"/>
              </a:spcAft>
              <a:buClr>
                <a:srgbClr val="002676"/>
              </a:buClr>
              <a:buSzPts val="2800"/>
              <a:buNone/>
              <a:defRPr sz="2800">
                <a:solidFill>
                  <a:srgbClr val="002676"/>
                </a:solidFill>
              </a:defRPr>
            </a:lvl8pPr>
            <a:lvl9pPr lvl="8" rtl="0">
              <a:lnSpc>
                <a:spcPct val="100000"/>
              </a:lnSpc>
              <a:spcBef>
                <a:spcPts val="0"/>
              </a:spcBef>
              <a:spcAft>
                <a:spcPts val="0"/>
              </a:spcAft>
              <a:buClr>
                <a:srgbClr val="002676"/>
              </a:buClr>
              <a:buSzPts val="2800"/>
              <a:buNone/>
              <a:defRPr sz="2800">
                <a:solidFill>
                  <a:srgbClr val="002676"/>
                </a:solidFill>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orient="horz" pos="576">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 Title and body (blue)">
  <p:cSld name="TITLE_2_3">
    <p:spTree>
      <p:nvGrpSpPr>
        <p:cNvPr id="22" name="Shape 22"/>
        <p:cNvGrpSpPr/>
        <p:nvPr/>
      </p:nvGrpSpPr>
      <p:grpSpPr>
        <a:xfrm>
          <a:off x="0" y="0"/>
          <a:ext cx="0" cy="0"/>
          <a:chOff x="0" y="0"/>
          <a:chExt cx="0" cy="0"/>
        </a:xfrm>
      </p:grpSpPr>
      <p:pic>
        <p:nvPicPr>
          <p:cNvPr id="23" name="Google Shape;23;p5"/>
          <p:cNvPicPr preferRelativeResize="0"/>
          <p:nvPr/>
        </p:nvPicPr>
        <p:blipFill>
          <a:blip r:embed="rId2">
            <a:alphaModFix/>
          </a:blip>
          <a:stretch>
            <a:fillRect/>
          </a:stretch>
        </p:blipFill>
        <p:spPr>
          <a:xfrm>
            <a:off x="0" y="-2000"/>
            <a:ext cx="9144038" cy="5143501"/>
          </a:xfrm>
          <a:prstGeom prst="rect">
            <a:avLst/>
          </a:prstGeom>
          <a:noFill/>
          <a:ln>
            <a:noFill/>
          </a:ln>
        </p:spPr>
      </p:pic>
      <p:sp>
        <p:nvSpPr>
          <p:cNvPr id="24" name="Google Shape;24;p5"/>
          <p:cNvSpPr txBox="1"/>
          <p:nvPr>
            <p:ph type="ctrTitle"/>
          </p:nvPr>
        </p:nvSpPr>
        <p:spPr>
          <a:xfrm>
            <a:off x="799475" y="714000"/>
            <a:ext cx="5343000" cy="1475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25" name="Google Shape;25;p5"/>
          <p:cNvSpPr txBox="1"/>
          <p:nvPr>
            <p:ph idx="1" type="subTitle"/>
          </p:nvPr>
        </p:nvSpPr>
        <p:spPr>
          <a:xfrm>
            <a:off x="799475" y="2175450"/>
            <a:ext cx="4781400" cy="1721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Medium"/>
              <a:buNone/>
              <a:defRPr sz="1400">
                <a:solidFill>
                  <a:schemeClr val="lt1"/>
                </a:solidFill>
                <a:latin typeface="Inter Medium"/>
                <a:ea typeface="Inter Medium"/>
                <a:cs typeface="Inter Medium"/>
                <a:sym typeface="Inter Medium"/>
              </a:defRPr>
            </a:lvl1pPr>
            <a:lvl2pPr lvl="1" rtl="0">
              <a:lnSpc>
                <a:spcPct val="100000"/>
              </a:lnSpc>
              <a:spcBef>
                <a:spcPts val="0"/>
              </a:spcBef>
              <a:spcAft>
                <a:spcPts val="0"/>
              </a:spcAft>
              <a:buClr>
                <a:schemeClr val="lt1"/>
              </a:buClr>
              <a:buSzPts val="2800"/>
              <a:buNone/>
              <a:defRPr sz="2800">
                <a:solidFill>
                  <a:schemeClr val="lt1"/>
                </a:solidFill>
              </a:defRPr>
            </a:lvl2pPr>
            <a:lvl3pPr lvl="2" rtl="0">
              <a:lnSpc>
                <a:spcPct val="100000"/>
              </a:lnSpc>
              <a:spcBef>
                <a:spcPts val="0"/>
              </a:spcBef>
              <a:spcAft>
                <a:spcPts val="0"/>
              </a:spcAft>
              <a:buClr>
                <a:schemeClr val="lt1"/>
              </a:buClr>
              <a:buSzPts val="2800"/>
              <a:buNone/>
              <a:defRPr sz="2800">
                <a:solidFill>
                  <a:schemeClr val="lt1"/>
                </a:solidFill>
              </a:defRPr>
            </a:lvl3pPr>
            <a:lvl4pPr lvl="3" rtl="0">
              <a:lnSpc>
                <a:spcPct val="100000"/>
              </a:lnSpc>
              <a:spcBef>
                <a:spcPts val="0"/>
              </a:spcBef>
              <a:spcAft>
                <a:spcPts val="0"/>
              </a:spcAft>
              <a:buClr>
                <a:schemeClr val="lt1"/>
              </a:buClr>
              <a:buSzPts val="2800"/>
              <a:buNone/>
              <a:defRPr sz="2800">
                <a:solidFill>
                  <a:schemeClr val="lt1"/>
                </a:solidFill>
              </a:defRPr>
            </a:lvl4pPr>
            <a:lvl5pPr lvl="4" rtl="0">
              <a:lnSpc>
                <a:spcPct val="100000"/>
              </a:lnSpc>
              <a:spcBef>
                <a:spcPts val="0"/>
              </a:spcBef>
              <a:spcAft>
                <a:spcPts val="0"/>
              </a:spcAft>
              <a:buClr>
                <a:schemeClr val="lt1"/>
              </a:buClr>
              <a:buSzPts val="2800"/>
              <a:buNone/>
              <a:defRPr sz="2800">
                <a:solidFill>
                  <a:schemeClr val="lt1"/>
                </a:solidFill>
              </a:defRPr>
            </a:lvl5pPr>
            <a:lvl6pPr lvl="5" rtl="0">
              <a:lnSpc>
                <a:spcPct val="100000"/>
              </a:lnSpc>
              <a:spcBef>
                <a:spcPts val="0"/>
              </a:spcBef>
              <a:spcAft>
                <a:spcPts val="0"/>
              </a:spcAft>
              <a:buClr>
                <a:schemeClr val="lt1"/>
              </a:buClr>
              <a:buSzPts val="2800"/>
              <a:buNone/>
              <a:defRPr sz="2800">
                <a:solidFill>
                  <a:schemeClr val="lt1"/>
                </a:solidFill>
              </a:defRPr>
            </a:lvl6pPr>
            <a:lvl7pPr lvl="6" rtl="0">
              <a:lnSpc>
                <a:spcPct val="100000"/>
              </a:lnSpc>
              <a:spcBef>
                <a:spcPts val="0"/>
              </a:spcBef>
              <a:spcAft>
                <a:spcPts val="0"/>
              </a:spcAft>
              <a:buClr>
                <a:schemeClr val="lt1"/>
              </a:buClr>
              <a:buSzPts val="2800"/>
              <a:buNone/>
              <a:defRPr sz="2800">
                <a:solidFill>
                  <a:schemeClr val="lt1"/>
                </a:solidFill>
              </a:defRPr>
            </a:lvl7pPr>
            <a:lvl8pPr lvl="7" rtl="0">
              <a:lnSpc>
                <a:spcPct val="100000"/>
              </a:lnSpc>
              <a:spcBef>
                <a:spcPts val="0"/>
              </a:spcBef>
              <a:spcAft>
                <a:spcPts val="0"/>
              </a:spcAft>
              <a:buClr>
                <a:schemeClr val="lt1"/>
              </a:buClr>
              <a:buSzPts val="2800"/>
              <a:buNone/>
              <a:defRPr sz="2800">
                <a:solidFill>
                  <a:schemeClr val="lt1"/>
                </a:solidFill>
              </a:defRPr>
            </a:lvl8pPr>
            <a:lvl9pPr lvl="8" rtl="0">
              <a:lnSpc>
                <a:spcPct val="100000"/>
              </a:lnSpc>
              <a:spcBef>
                <a:spcPts val="0"/>
              </a:spcBef>
              <a:spcAft>
                <a:spcPts val="0"/>
              </a:spcAft>
              <a:buClr>
                <a:schemeClr val="lt1"/>
              </a:buClr>
              <a:buSzPts val="2800"/>
              <a:buNone/>
              <a:defRPr sz="2800">
                <a:solidFill>
                  <a:schemeClr val="lt1"/>
                </a:solidFill>
              </a:defRPr>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orient="horz" pos="576">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 Title and body and photo">
  <p:cSld name="TITLE_2_2">
    <p:spTree>
      <p:nvGrpSpPr>
        <p:cNvPr id="27" name="Shape 27"/>
        <p:cNvGrpSpPr/>
        <p:nvPr/>
      </p:nvGrpSpPr>
      <p:grpSpPr>
        <a:xfrm>
          <a:off x="0" y="0"/>
          <a:ext cx="0" cy="0"/>
          <a:chOff x="0" y="0"/>
          <a:chExt cx="0" cy="0"/>
        </a:xfrm>
      </p:grpSpPr>
      <p:pic>
        <p:nvPicPr>
          <p:cNvPr id="28" name="Google Shape;28;p6"/>
          <p:cNvPicPr preferRelativeResize="0"/>
          <p:nvPr/>
        </p:nvPicPr>
        <p:blipFill>
          <a:blip r:embed="rId2">
            <a:alphaModFix/>
          </a:blip>
          <a:stretch>
            <a:fillRect/>
          </a:stretch>
        </p:blipFill>
        <p:spPr>
          <a:xfrm>
            <a:off x="0" y="13"/>
            <a:ext cx="9144003" cy="5143476"/>
          </a:xfrm>
          <a:prstGeom prst="rect">
            <a:avLst/>
          </a:prstGeom>
          <a:noFill/>
          <a:ln>
            <a:noFill/>
          </a:ln>
        </p:spPr>
      </p:pic>
      <p:sp>
        <p:nvSpPr>
          <p:cNvPr id="29" name="Google Shape;29;p6"/>
          <p:cNvSpPr txBox="1"/>
          <p:nvPr>
            <p:ph type="ctrTitle"/>
          </p:nvPr>
        </p:nvSpPr>
        <p:spPr>
          <a:xfrm>
            <a:off x="799475" y="790200"/>
            <a:ext cx="3891900" cy="14760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2676"/>
              </a:buClr>
              <a:buSzPts val="1800"/>
              <a:buFont typeface="Inter Black"/>
              <a:buNone/>
              <a:defRPr sz="1800">
                <a:solidFill>
                  <a:srgbClr val="002676"/>
                </a:solidFill>
                <a:latin typeface="Inter Black"/>
                <a:ea typeface="Inter Black"/>
                <a:cs typeface="Inter Black"/>
                <a:sym typeface="Inter Black"/>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30" name="Google Shape;30;p6"/>
          <p:cNvSpPr txBox="1"/>
          <p:nvPr>
            <p:ph idx="1" type="subTitle"/>
          </p:nvPr>
        </p:nvSpPr>
        <p:spPr>
          <a:xfrm>
            <a:off x="799475" y="2423575"/>
            <a:ext cx="3891900" cy="17898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002676"/>
              </a:buClr>
              <a:buSzPts val="1200"/>
              <a:buFont typeface="Inter Medium"/>
              <a:buNone/>
              <a:defRPr sz="1200">
                <a:solidFill>
                  <a:srgbClr val="002676"/>
                </a:solidFill>
                <a:latin typeface="Inter Medium"/>
                <a:ea typeface="Inter Medium"/>
                <a:cs typeface="Inter Medium"/>
                <a:sym typeface="Inter Medium"/>
              </a:defRPr>
            </a:lvl1pPr>
            <a:lvl2pPr lvl="1" rtl="0">
              <a:lnSpc>
                <a:spcPct val="100000"/>
              </a:lnSpc>
              <a:spcBef>
                <a:spcPts val="0"/>
              </a:spcBef>
              <a:spcAft>
                <a:spcPts val="0"/>
              </a:spcAft>
              <a:buClr>
                <a:srgbClr val="002676"/>
              </a:buClr>
              <a:buSzPts val="2800"/>
              <a:buNone/>
              <a:defRPr sz="2800">
                <a:solidFill>
                  <a:srgbClr val="002676"/>
                </a:solidFill>
              </a:defRPr>
            </a:lvl2pPr>
            <a:lvl3pPr lvl="2" rtl="0">
              <a:lnSpc>
                <a:spcPct val="100000"/>
              </a:lnSpc>
              <a:spcBef>
                <a:spcPts val="0"/>
              </a:spcBef>
              <a:spcAft>
                <a:spcPts val="0"/>
              </a:spcAft>
              <a:buClr>
                <a:srgbClr val="002676"/>
              </a:buClr>
              <a:buSzPts val="2800"/>
              <a:buNone/>
              <a:defRPr sz="2800">
                <a:solidFill>
                  <a:srgbClr val="002676"/>
                </a:solidFill>
              </a:defRPr>
            </a:lvl3pPr>
            <a:lvl4pPr lvl="3" rtl="0">
              <a:lnSpc>
                <a:spcPct val="100000"/>
              </a:lnSpc>
              <a:spcBef>
                <a:spcPts val="0"/>
              </a:spcBef>
              <a:spcAft>
                <a:spcPts val="0"/>
              </a:spcAft>
              <a:buClr>
                <a:srgbClr val="002676"/>
              </a:buClr>
              <a:buSzPts val="2800"/>
              <a:buNone/>
              <a:defRPr sz="2800">
                <a:solidFill>
                  <a:srgbClr val="002676"/>
                </a:solidFill>
              </a:defRPr>
            </a:lvl4pPr>
            <a:lvl5pPr lvl="4" rtl="0">
              <a:lnSpc>
                <a:spcPct val="100000"/>
              </a:lnSpc>
              <a:spcBef>
                <a:spcPts val="0"/>
              </a:spcBef>
              <a:spcAft>
                <a:spcPts val="0"/>
              </a:spcAft>
              <a:buClr>
                <a:srgbClr val="002676"/>
              </a:buClr>
              <a:buSzPts val="2800"/>
              <a:buNone/>
              <a:defRPr sz="2800">
                <a:solidFill>
                  <a:srgbClr val="002676"/>
                </a:solidFill>
              </a:defRPr>
            </a:lvl5pPr>
            <a:lvl6pPr lvl="5" rtl="0">
              <a:lnSpc>
                <a:spcPct val="100000"/>
              </a:lnSpc>
              <a:spcBef>
                <a:spcPts val="0"/>
              </a:spcBef>
              <a:spcAft>
                <a:spcPts val="0"/>
              </a:spcAft>
              <a:buClr>
                <a:srgbClr val="002676"/>
              </a:buClr>
              <a:buSzPts val="2800"/>
              <a:buNone/>
              <a:defRPr sz="2800">
                <a:solidFill>
                  <a:srgbClr val="002676"/>
                </a:solidFill>
              </a:defRPr>
            </a:lvl6pPr>
            <a:lvl7pPr lvl="6" rtl="0">
              <a:lnSpc>
                <a:spcPct val="100000"/>
              </a:lnSpc>
              <a:spcBef>
                <a:spcPts val="0"/>
              </a:spcBef>
              <a:spcAft>
                <a:spcPts val="0"/>
              </a:spcAft>
              <a:buClr>
                <a:srgbClr val="002676"/>
              </a:buClr>
              <a:buSzPts val="2800"/>
              <a:buNone/>
              <a:defRPr sz="2800">
                <a:solidFill>
                  <a:srgbClr val="002676"/>
                </a:solidFill>
              </a:defRPr>
            </a:lvl7pPr>
            <a:lvl8pPr lvl="7" rtl="0">
              <a:lnSpc>
                <a:spcPct val="100000"/>
              </a:lnSpc>
              <a:spcBef>
                <a:spcPts val="0"/>
              </a:spcBef>
              <a:spcAft>
                <a:spcPts val="0"/>
              </a:spcAft>
              <a:buClr>
                <a:srgbClr val="002676"/>
              </a:buClr>
              <a:buSzPts val="2800"/>
              <a:buNone/>
              <a:defRPr sz="2800">
                <a:solidFill>
                  <a:srgbClr val="002676"/>
                </a:solidFill>
              </a:defRPr>
            </a:lvl8pPr>
            <a:lvl9pPr lvl="8" rtl="0">
              <a:lnSpc>
                <a:spcPct val="100000"/>
              </a:lnSpc>
              <a:spcBef>
                <a:spcPts val="0"/>
              </a:spcBef>
              <a:spcAft>
                <a:spcPts val="0"/>
              </a:spcAft>
              <a:buClr>
                <a:srgbClr val="002676"/>
              </a:buClr>
              <a:buSzPts val="2800"/>
              <a:buNone/>
              <a:defRPr sz="2800">
                <a:solidFill>
                  <a:srgbClr val="002676"/>
                </a:solidFill>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6"/>
          <p:cNvSpPr/>
          <p:nvPr>
            <p:ph idx="2" type="pic"/>
          </p:nvPr>
        </p:nvSpPr>
        <p:spPr>
          <a:xfrm>
            <a:off x="5596200" y="-2012"/>
            <a:ext cx="3547800" cy="5143500"/>
          </a:xfrm>
          <a:prstGeom prst="rect">
            <a:avLst/>
          </a:prstGeom>
          <a:noFill/>
          <a:ln>
            <a:noFill/>
          </a:ln>
        </p:spPr>
      </p:sp>
    </p:spTree>
  </p:cSld>
  <p:clrMapOvr>
    <a:masterClrMapping/>
  </p:clrMapOvr>
  <p:extLst>
    <p:ext uri="{DCECCB84-F9BA-43D5-87BE-67443E8EF086}">
      <p15:sldGuideLst>
        <p15:guide id="1" pos="576">
          <p15:clr>
            <a:srgbClr val="E46962"/>
          </p15:clr>
        </p15:guide>
        <p15:guide id="2" orient="horz" pos="576">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Photo + caption ">
  <p:cSld name="TITLE_2_2_2">
    <p:spTree>
      <p:nvGrpSpPr>
        <p:cNvPr id="33" name="Shape 33"/>
        <p:cNvGrpSpPr/>
        <p:nvPr/>
      </p:nvGrpSpPr>
      <p:grpSpPr>
        <a:xfrm>
          <a:off x="0" y="0"/>
          <a:ext cx="0" cy="0"/>
          <a:chOff x="0" y="0"/>
          <a:chExt cx="0" cy="0"/>
        </a:xfrm>
      </p:grpSpPr>
      <p:pic>
        <p:nvPicPr>
          <p:cNvPr id="34" name="Google Shape;34;p7"/>
          <p:cNvPicPr preferRelativeResize="0"/>
          <p:nvPr/>
        </p:nvPicPr>
        <p:blipFill>
          <a:blip r:embed="rId2">
            <a:alphaModFix/>
          </a:blip>
          <a:stretch>
            <a:fillRect/>
          </a:stretch>
        </p:blipFill>
        <p:spPr>
          <a:xfrm>
            <a:off x="0" y="0"/>
            <a:ext cx="9144003" cy="5143501"/>
          </a:xfrm>
          <a:prstGeom prst="rect">
            <a:avLst/>
          </a:prstGeom>
          <a:noFill/>
          <a:ln>
            <a:noFill/>
          </a:ln>
        </p:spPr>
      </p:pic>
      <p:sp>
        <p:nvSpPr>
          <p:cNvPr id="35" name="Google Shape;35;p7"/>
          <p:cNvSpPr txBox="1"/>
          <p:nvPr>
            <p:ph type="ctrTitle"/>
          </p:nvPr>
        </p:nvSpPr>
        <p:spPr>
          <a:xfrm>
            <a:off x="799475" y="790200"/>
            <a:ext cx="2642400" cy="14760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2676"/>
              </a:buClr>
              <a:buSzPts val="1800"/>
              <a:buFont typeface="Inter Black"/>
              <a:buNone/>
              <a:defRPr sz="1800">
                <a:solidFill>
                  <a:srgbClr val="002676"/>
                </a:solidFill>
                <a:latin typeface="Inter Black"/>
                <a:ea typeface="Inter Black"/>
                <a:cs typeface="Inter Black"/>
                <a:sym typeface="Inter Black"/>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36" name="Google Shape;36;p7"/>
          <p:cNvSpPr txBox="1"/>
          <p:nvPr>
            <p:ph idx="1" type="subTitle"/>
          </p:nvPr>
        </p:nvSpPr>
        <p:spPr>
          <a:xfrm>
            <a:off x="799475" y="2423575"/>
            <a:ext cx="2642400" cy="17898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002676"/>
              </a:buClr>
              <a:buSzPts val="1200"/>
              <a:buFont typeface="Inter Medium"/>
              <a:buNone/>
              <a:defRPr sz="1200">
                <a:solidFill>
                  <a:srgbClr val="002676"/>
                </a:solidFill>
                <a:latin typeface="Inter Medium"/>
                <a:ea typeface="Inter Medium"/>
                <a:cs typeface="Inter Medium"/>
                <a:sym typeface="Inter Medium"/>
              </a:defRPr>
            </a:lvl1pPr>
            <a:lvl2pPr lvl="1" rtl="0">
              <a:lnSpc>
                <a:spcPct val="100000"/>
              </a:lnSpc>
              <a:spcBef>
                <a:spcPts val="0"/>
              </a:spcBef>
              <a:spcAft>
                <a:spcPts val="0"/>
              </a:spcAft>
              <a:buClr>
                <a:srgbClr val="002676"/>
              </a:buClr>
              <a:buSzPts val="2800"/>
              <a:buNone/>
              <a:defRPr sz="2800">
                <a:solidFill>
                  <a:srgbClr val="002676"/>
                </a:solidFill>
              </a:defRPr>
            </a:lvl2pPr>
            <a:lvl3pPr lvl="2" rtl="0">
              <a:lnSpc>
                <a:spcPct val="100000"/>
              </a:lnSpc>
              <a:spcBef>
                <a:spcPts val="0"/>
              </a:spcBef>
              <a:spcAft>
                <a:spcPts val="0"/>
              </a:spcAft>
              <a:buClr>
                <a:srgbClr val="002676"/>
              </a:buClr>
              <a:buSzPts val="2800"/>
              <a:buNone/>
              <a:defRPr sz="2800">
                <a:solidFill>
                  <a:srgbClr val="002676"/>
                </a:solidFill>
              </a:defRPr>
            </a:lvl3pPr>
            <a:lvl4pPr lvl="3" rtl="0">
              <a:lnSpc>
                <a:spcPct val="100000"/>
              </a:lnSpc>
              <a:spcBef>
                <a:spcPts val="0"/>
              </a:spcBef>
              <a:spcAft>
                <a:spcPts val="0"/>
              </a:spcAft>
              <a:buClr>
                <a:srgbClr val="002676"/>
              </a:buClr>
              <a:buSzPts val="2800"/>
              <a:buNone/>
              <a:defRPr sz="2800">
                <a:solidFill>
                  <a:srgbClr val="002676"/>
                </a:solidFill>
              </a:defRPr>
            </a:lvl4pPr>
            <a:lvl5pPr lvl="4" rtl="0">
              <a:lnSpc>
                <a:spcPct val="100000"/>
              </a:lnSpc>
              <a:spcBef>
                <a:spcPts val="0"/>
              </a:spcBef>
              <a:spcAft>
                <a:spcPts val="0"/>
              </a:spcAft>
              <a:buClr>
                <a:srgbClr val="002676"/>
              </a:buClr>
              <a:buSzPts val="2800"/>
              <a:buNone/>
              <a:defRPr sz="2800">
                <a:solidFill>
                  <a:srgbClr val="002676"/>
                </a:solidFill>
              </a:defRPr>
            </a:lvl5pPr>
            <a:lvl6pPr lvl="5" rtl="0">
              <a:lnSpc>
                <a:spcPct val="100000"/>
              </a:lnSpc>
              <a:spcBef>
                <a:spcPts val="0"/>
              </a:spcBef>
              <a:spcAft>
                <a:spcPts val="0"/>
              </a:spcAft>
              <a:buClr>
                <a:srgbClr val="002676"/>
              </a:buClr>
              <a:buSzPts val="2800"/>
              <a:buNone/>
              <a:defRPr sz="2800">
                <a:solidFill>
                  <a:srgbClr val="002676"/>
                </a:solidFill>
              </a:defRPr>
            </a:lvl6pPr>
            <a:lvl7pPr lvl="6" rtl="0">
              <a:lnSpc>
                <a:spcPct val="100000"/>
              </a:lnSpc>
              <a:spcBef>
                <a:spcPts val="0"/>
              </a:spcBef>
              <a:spcAft>
                <a:spcPts val="0"/>
              </a:spcAft>
              <a:buClr>
                <a:srgbClr val="002676"/>
              </a:buClr>
              <a:buSzPts val="2800"/>
              <a:buNone/>
              <a:defRPr sz="2800">
                <a:solidFill>
                  <a:srgbClr val="002676"/>
                </a:solidFill>
              </a:defRPr>
            </a:lvl7pPr>
            <a:lvl8pPr lvl="7" rtl="0">
              <a:lnSpc>
                <a:spcPct val="100000"/>
              </a:lnSpc>
              <a:spcBef>
                <a:spcPts val="0"/>
              </a:spcBef>
              <a:spcAft>
                <a:spcPts val="0"/>
              </a:spcAft>
              <a:buClr>
                <a:srgbClr val="002676"/>
              </a:buClr>
              <a:buSzPts val="2800"/>
              <a:buNone/>
              <a:defRPr sz="2800">
                <a:solidFill>
                  <a:srgbClr val="002676"/>
                </a:solidFill>
              </a:defRPr>
            </a:lvl8pPr>
            <a:lvl9pPr lvl="8" rtl="0">
              <a:lnSpc>
                <a:spcPct val="100000"/>
              </a:lnSpc>
              <a:spcBef>
                <a:spcPts val="0"/>
              </a:spcBef>
              <a:spcAft>
                <a:spcPts val="0"/>
              </a:spcAft>
              <a:buClr>
                <a:srgbClr val="002676"/>
              </a:buClr>
              <a:buSzPts val="2800"/>
              <a:buNone/>
              <a:defRPr sz="2800">
                <a:solidFill>
                  <a:srgbClr val="002676"/>
                </a:solidFill>
              </a:defRPr>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8" name="Google Shape;38;p7"/>
          <p:cNvSpPr/>
          <p:nvPr>
            <p:ph idx="2" type="pic"/>
          </p:nvPr>
        </p:nvSpPr>
        <p:spPr>
          <a:xfrm>
            <a:off x="3657600" y="914400"/>
            <a:ext cx="5486400" cy="3657600"/>
          </a:xfrm>
          <a:prstGeom prst="rect">
            <a:avLst/>
          </a:prstGeom>
          <a:noFill/>
          <a:ln>
            <a:noFill/>
          </a:ln>
        </p:spPr>
      </p:sp>
    </p:spTree>
  </p:cSld>
  <p:clrMapOvr>
    <a:masterClrMapping/>
  </p:clrMapOvr>
  <p:extLst>
    <p:ext uri="{DCECCB84-F9BA-43D5-87BE-67443E8EF086}">
      <p15:sldGuideLst>
        <p15:guide id="1" pos="576">
          <p15:clr>
            <a:srgbClr val="E46962"/>
          </p15:clr>
        </p15:guide>
        <p15:guide id="2" orient="horz" pos="576">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 Title + two columns">
  <p:cSld name="TITLE_2_2_1">
    <p:spTree>
      <p:nvGrpSpPr>
        <p:cNvPr id="39" name="Shape 39"/>
        <p:cNvGrpSpPr/>
        <p:nvPr/>
      </p:nvGrpSpPr>
      <p:grpSpPr>
        <a:xfrm>
          <a:off x="0" y="0"/>
          <a:ext cx="0" cy="0"/>
          <a:chOff x="0" y="0"/>
          <a:chExt cx="0" cy="0"/>
        </a:xfrm>
      </p:grpSpPr>
      <p:pic>
        <p:nvPicPr>
          <p:cNvPr id="40" name="Google Shape;40;p8"/>
          <p:cNvPicPr preferRelativeResize="0"/>
          <p:nvPr/>
        </p:nvPicPr>
        <p:blipFill>
          <a:blip r:embed="rId2">
            <a:alphaModFix/>
          </a:blip>
          <a:stretch>
            <a:fillRect/>
          </a:stretch>
        </p:blipFill>
        <p:spPr>
          <a:xfrm>
            <a:off x="0" y="0"/>
            <a:ext cx="9143997" cy="5143516"/>
          </a:xfrm>
          <a:prstGeom prst="rect">
            <a:avLst/>
          </a:prstGeom>
          <a:noFill/>
          <a:ln>
            <a:noFill/>
          </a:ln>
        </p:spPr>
      </p:pic>
      <p:sp>
        <p:nvSpPr>
          <p:cNvPr id="41" name="Google Shape;41;p8"/>
          <p:cNvSpPr txBox="1"/>
          <p:nvPr>
            <p:ph type="ctrTitle"/>
          </p:nvPr>
        </p:nvSpPr>
        <p:spPr>
          <a:xfrm>
            <a:off x="799475" y="714000"/>
            <a:ext cx="3891900" cy="1476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400"/>
              <a:buFont typeface="Inter Black"/>
              <a:buNone/>
              <a:defRPr sz="2400">
                <a:solidFill>
                  <a:schemeClr val="lt1"/>
                </a:solidFill>
                <a:latin typeface="Inter Black"/>
                <a:ea typeface="Inter Black"/>
                <a:cs typeface="Inter Black"/>
                <a:sym typeface="Inter Black"/>
              </a:defRPr>
            </a:lvl1pPr>
            <a:lvl2pPr lvl="1" rtl="0">
              <a:spcBef>
                <a:spcPts val="0"/>
              </a:spcBef>
              <a:spcAft>
                <a:spcPts val="0"/>
              </a:spcAft>
              <a:buClr>
                <a:schemeClr val="lt1"/>
              </a:buClr>
              <a:buSzPts val="5200"/>
              <a:buNone/>
              <a:defRPr sz="5200">
                <a:solidFill>
                  <a:schemeClr val="lt1"/>
                </a:solidFill>
              </a:defRPr>
            </a:lvl2pPr>
            <a:lvl3pPr lvl="2" rtl="0">
              <a:spcBef>
                <a:spcPts val="0"/>
              </a:spcBef>
              <a:spcAft>
                <a:spcPts val="0"/>
              </a:spcAft>
              <a:buClr>
                <a:schemeClr val="lt1"/>
              </a:buClr>
              <a:buSzPts val="5200"/>
              <a:buNone/>
              <a:defRPr sz="5200">
                <a:solidFill>
                  <a:schemeClr val="lt1"/>
                </a:solidFill>
              </a:defRPr>
            </a:lvl3pPr>
            <a:lvl4pPr lvl="3" rtl="0">
              <a:spcBef>
                <a:spcPts val="0"/>
              </a:spcBef>
              <a:spcAft>
                <a:spcPts val="0"/>
              </a:spcAft>
              <a:buClr>
                <a:schemeClr val="lt1"/>
              </a:buClr>
              <a:buSzPts val="5200"/>
              <a:buNone/>
              <a:defRPr sz="5200">
                <a:solidFill>
                  <a:schemeClr val="lt1"/>
                </a:solidFill>
              </a:defRPr>
            </a:lvl4pPr>
            <a:lvl5pPr lvl="4" rtl="0">
              <a:spcBef>
                <a:spcPts val="0"/>
              </a:spcBef>
              <a:spcAft>
                <a:spcPts val="0"/>
              </a:spcAft>
              <a:buClr>
                <a:schemeClr val="lt1"/>
              </a:buClr>
              <a:buSzPts val="5200"/>
              <a:buNone/>
              <a:defRPr sz="5200">
                <a:solidFill>
                  <a:schemeClr val="lt1"/>
                </a:solidFill>
              </a:defRPr>
            </a:lvl5pPr>
            <a:lvl6pPr lvl="5" rtl="0">
              <a:spcBef>
                <a:spcPts val="0"/>
              </a:spcBef>
              <a:spcAft>
                <a:spcPts val="0"/>
              </a:spcAft>
              <a:buClr>
                <a:schemeClr val="lt1"/>
              </a:buClr>
              <a:buSzPts val="5200"/>
              <a:buNone/>
              <a:defRPr sz="5200">
                <a:solidFill>
                  <a:schemeClr val="lt1"/>
                </a:solidFill>
              </a:defRPr>
            </a:lvl6pPr>
            <a:lvl7pPr lvl="6" rtl="0">
              <a:spcBef>
                <a:spcPts val="0"/>
              </a:spcBef>
              <a:spcAft>
                <a:spcPts val="0"/>
              </a:spcAft>
              <a:buClr>
                <a:schemeClr val="lt1"/>
              </a:buClr>
              <a:buSzPts val="5200"/>
              <a:buNone/>
              <a:defRPr sz="5200">
                <a:solidFill>
                  <a:schemeClr val="lt1"/>
                </a:solidFill>
              </a:defRPr>
            </a:lvl7pPr>
            <a:lvl8pPr lvl="7" rtl="0">
              <a:spcBef>
                <a:spcPts val="0"/>
              </a:spcBef>
              <a:spcAft>
                <a:spcPts val="0"/>
              </a:spcAft>
              <a:buClr>
                <a:schemeClr val="lt1"/>
              </a:buClr>
              <a:buSzPts val="5200"/>
              <a:buNone/>
              <a:defRPr sz="5200">
                <a:solidFill>
                  <a:schemeClr val="lt1"/>
                </a:solidFill>
              </a:defRPr>
            </a:lvl8pPr>
            <a:lvl9pPr lvl="8" rtl="0">
              <a:spcBef>
                <a:spcPts val="0"/>
              </a:spcBef>
              <a:spcAft>
                <a:spcPts val="0"/>
              </a:spcAft>
              <a:buClr>
                <a:schemeClr val="lt1"/>
              </a:buClr>
              <a:buSzPts val="5200"/>
              <a:buNone/>
              <a:defRPr sz="5200">
                <a:solidFill>
                  <a:schemeClr val="lt1"/>
                </a:solidFill>
              </a:defRPr>
            </a:lvl9pPr>
          </a:lstStyle>
          <a:p/>
        </p:txBody>
      </p:sp>
      <p:sp>
        <p:nvSpPr>
          <p:cNvPr id="42" name="Google Shape;42;p8"/>
          <p:cNvSpPr txBox="1"/>
          <p:nvPr>
            <p:ph idx="1" type="subTitle"/>
          </p:nvPr>
        </p:nvSpPr>
        <p:spPr>
          <a:xfrm>
            <a:off x="799475" y="2423575"/>
            <a:ext cx="3318900" cy="17898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Medium"/>
              <a:buNone/>
              <a:defRPr sz="1400">
                <a:solidFill>
                  <a:schemeClr val="lt1"/>
                </a:solidFill>
                <a:latin typeface="Inter Medium"/>
                <a:ea typeface="Inter Medium"/>
                <a:cs typeface="Inter Medium"/>
                <a:sym typeface="Inter Medium"/>
              </a:defRPr>
            </a:lvl1pPr>
            <a:lvl2pPr lvl="1" rtl="0">
              <a:lnSpc>
                <a:spcPct val="100000"/>
              </a:lnSpc>
              <a:spcBef>
                <a:spcPts val="0"/>
              </a:spcBef>
              <a:spcAft>
                <a:spcPts val="0"/>
              </a:spcAft>
              <a:buClr>
                <a:schemeClr val="lt1"/>
              </a:buClr>
              <a:buSzPts val="2800"/>
              <a:buNone/>
              <a:defRPr sz="2800">
                <a:solidFill>
                  <a:schemeClr val="lt1"/>
                </a:solidFill>
              </a:defRPr>
            </a:lvl2pPr>
            <a:lvl3pPr lvl="2" rtl="0">
              <a:lnSpc>
                <a:spcPct val="100000"/>
              </a:lnSpc>
              <a:spcBef>
                <a:spcPts val="0"/>
              </a:spcBef>
              <a:spcAft>
                <a:spcPts val="0"/>
              </a:spcAft>
              <a:buClr>
                <a:schemeClr val="lt1"/>
              </a:buClr>
              <a:buSzPts val="2800"/>
              <a:buNone/>
              <a:defRPr sz="2800">
                <a:solidFill>
                  <a:schemeClr val="lt1"/>
                </a:solidFill>
              </a:defRPr>
            </a:lvl3pPr>
            <a:lvl4pPr lvl="3" rtl="0">
              <a:lnSpc>
                <a:spcPct val="100000"/>
              </a:lnSpc>
              <a:spcBef>
                <a:spcPts val="0"/>
              </a:spcBef>
              <a:spcAft>
                <a:spcPts val="0"/>
              </a:spcAft>
              <a:buClr>
                <a:schemeClr val="lt1"/>
              </a:buClr>
              <a:buSzPts val="2800"/>
              <a:buNone/>
              <a:defRPr sz="2800">
                <a:solidFill>
                  <a:schemeClr val="lt1"/>
                </a:solidFill>
              </a:defRPr>
            </a:lvl4pPr>
            <a:lvl5pPr lvl="4" rtl="0">
              <a:lnSpc>
                <a:spcPct val="100000"/>
              </a:lnSpc>
              <a:spcBef>
                <a:spcPts val="0"/>
              </a:spcBef>
              <a:spcAft>
                <a:spcPts val="0"/>
              </a:spcAft>
              <a:buClr>
                <a:schemeClr val="lt1"/>
              </a:buClr>
              <a:buSzPts val="2800"/>
              <a:buNone/>
              <a:defRPr sz="2800">
                <a:solidFill>
                  <a:schemeClr val="lt1"/>
                </a:solidFill>
              </a:defRPr>
            </a:lvl5pPr>
            <a:lvl6pPr lvl="5" rtl="0">
              <a:lnSpc>
                <a:spcPct val="100000"/>
              </a:lnSpc>
              <a:spcBef>
                <a:spcPts val="0"/>
              </a:spcBef>
              <a:spcAft>
                <a:spcPts val="0"/>
              </a:spcAft>
              <a:buClr>
                <a:schemeClr val="lt1"/>
              </a:buClr>
              <a:buSzPts val="2800"/>
              <a:buNone/>
              <a:defRPr sz="2800">
                <a:solidFill>
                  <a:schemeClr val="lt1"/>
                </a:solidFill>
              </a:defRPr>
            </a:lvl6pPr>
            <a:lvl7pPr lvl="6" rtl="0">
              <a:lnSpc>
                <a:spcPct val="100000"/>
              </a:lnSpc>
              <a:spcBef>
                <a:spcPts val="0"/>
              </a:spcBef>
              <a:spcAft>
                <a:spcPts val="0"/>
              </a:spcAft>
              <a:buClr>
                <a:schemeClr val="lt1"/>
              </a:buClr>
              <a:buSzPts val="2800"/>
              <a:buNone/>
              <a:defRPr sz="2800">
                <a:solidFill>
                  <a:schemeClr val="lt1"/>
                </a:solidFill>
              </a:defRPr>
            </a:lvl7pPr>
            <a:lvl8pPr lvl="7" rtl="0">
              <a:lnSpc>
                <a:spcPct val="100000"/>
              </a:lnSpc>
              <a:spcBef>
                <a:spcPts val="0"/>
              </a:spcBef>
              <a:spcAft>
                <a:spcPts val="0"/>
              </a:spcAft>
              <a:buClr>
                <a:schemeClr val="lt1"/>
              </a:buClr>
              <a:buSzPts val="2800"/>
              <a:buNone/>
              <a:defRPr sz="2800">
                <a:solidFill>
                  <a:schemeClr val="lt1"/>
                </a:solidFill>
              </a:defRPr>
            </a:lvl8pPr>
            <a:lvl9pPr lvl="8" rtl="0">
              <a:lnSpc>
                <a:spcPct val="100000"/>
              </a:lnSpc>
              <a:spcBef>
                <a:spcPts val="0"/>
              </a:spcBef>
              <a:spcAft>
                <a:spcPts val="0"/>
              </a:spcAft>
              <a:buClr>
                <a:schemeClr val="lt1"/>
              </a:buClr>
              <a:buSzPts val="2800"/>
              <a:buNone/>
              <a:defRPr sz="2800">
                <a:solidFill>
                  <a:schemeClr val="lt1"/>
                </a:solidFill>
              </a:defRPr>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8"/>
          <p:cNvSpPr txBox="1"/>
          <p:nvPr>
            <p:ph idx="2" type="subTitle"/>
          </p:nvPr>
        </p:nvSpPr>
        <p:spPr>
          <a:xfrm>
            <a:off x="4500425" y="2423575"/>
            <a:ext cx="3318900" cy="17898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Medium"/>
              <a:buNone/>
              <a:defRPr sz="1400">
                <a:solidFill>
                  <a:schemeClr val="lt1"/>
                </a:solidFill>
                <a:latin typeface="Inter Medium"/>
                <a:ea typeface="Inter Medium"/>
                <a:cs typeface="Inter Medium"/>
                <a:sym typeface="Inter Medium"/>
              </a:defRPr>
            </a:lvl1pPr>
            <a:lvl2pPr lvl="1" rtl="0">
              <a:lnSpc>
                <a:spcPct val="100000"/>
              </a:lnSpc>
              <a:spcBef>
                <a:spcPts val="0"/>
              </a:spcBef>
              <a:spcAft>
                <a:spcPts val="0"/>
              </a:spcAft>
              <a:buClr>
                <a:schemeClr val="lt1"/>
              </a:buClr>
              <a:buSzPts val="2800"/>
              <a:buNone/>
              <a:defRPr sz="2800">
                <a:solidFill>
                  <a:schemeClr val="lt1"/>
                </a:solidFill>
              </a:defRPr>
            </a:lvl2pPr>
            <a:lvl3pPr lvl="2" rtl="0">
              <a:lnSpc>
                <a:spcPct val="100000"/>
              </a:lnSpc>
              <a:spcBef>
                <a:spcPts val="0"/>
              </a:spcBef>
              <a:spcAft>
                <a:spcPts val="0"/>
              </a:spcAft>
              <a:buClr>
                <a:schemeClr val="lt1"/>
              </a:buClr>
              <a:buSzPts val="2800"/>
              <a:buNone/>
              <a:defRPr sz="2800">
                <a:solidFill>
                  <a:schemeClr val="lt1"/>
                </a:solidFill>
              </a:defRPr>
            </a:lvl3pPr>
            <a:lvl4pPr lvl="3" rtl="0">
              <a:lnSpc>
                <a:spcPct val="100000"/>
              </a:lnSpc>
              <a:spcBef>
                <a:spcPts val="0"/>
              </a:spcBef>
              <a:spcAft>
                <a:spcPts val="0"/>
              </a:spcAft>
              <a:buClr>
                <a:schemeClr val="lt1"/>
              </a:buClr>
              <a:buSzPts val="2800"/>
              <a:buNone/>
              <a:defRPr sz="2800">
                <a:solidFill>
                  <a:schemeClr val="lt1"/>
                </a:solidFill>
              </a:defRPr>
            </a:lvl4pPr>
            <a:lvl5pPr lvl="4" rtl="0">
              <a:lnSpc>
                <a:spcPct val="100000"/>
              </a:lnSpc>
              <a:spcBef>
                <a:spcPts val="0"/>
              </a:spcBef>
              <a:spcAft>
                <a:spcPts val="0"/>
              </a:spcAft>
              <a:buClr>
                <a:schemeClr val="lt1"/>
              </a:buClr>
              <a:buSzPts val="2800"/>
              <a:buNone/>
              <a:defRPr sz="2800">
                <a:solidFill>
                  <a:schemeClr val="lt1"/>
                </a:solidFill>
              </a:defRPr>
            </a:lvl5pPr>
            <a:lvl6pPr lvl="5" rtl="0">
              <a:lnSpc>
                <a:spcPct val="100000"/>
              </a:lnSpc>
              <a:spcBef>
                <a:spcPts val="0"/>
              </a:spcBef>
              <a:spcAft>
                <a:spcPts val="0"/>
              </a:spcAft>
              <a:buClr>
                <a:schemeClr val="lt1"/>
              </a:buClr>
              <a:buSzPts val="2800"/>
              <a:buNone/>
              <a:defRPr sz="2800">
                <a:solidFill>
                  <a:schemeClr val="lt1"/>
                </a:solidFill>
              </a:defRPr>
            </a:lvl6pPr>
            <a:lvl7pPr lvl="6" rtl="0">
              <a:lnSpc>
                <a:spcPct val="100000"/>
              </a:lnSpc>
              <a:spcBef>
                <a:spcPts val="0"/>
              </a:spcBef>
              <a:spcAft>
                <a:spcPts val="0"/>
              </a:spcAft>
              <a:buClr>
                <a:schemeClr val="lt1"/>
              </a:buClr>
              <a:buSzPts val="2800"/>
              <a:buNone/>
              <a:defRPr sz="2800">
                <a:solidFill>
                  <a:schemeClr val="lt1"/>
                </a:solidFill>
              </a:defRPr>
            </a:lvl7pPr>
            <a:lvl8pPr lvl="7" rtl="0">
              <a:lnSpc>
                <a:spcPct val="100000"/>
              </a:lnSpc>
              <a:spcBef>
                <a:spcPts val="0"/>
              </a:spcBef>
              <a:spcAft>
                <a:spcPts val="0"/>
              </a:spcAft>
              <a:buClr>
                <a:schemeClr val="lt1"/>
              </a:buClr>
              <a:buSzPts val="2800"/>
              <a:buNone/>
              <a:defRPr sz="2800">
                <a:solidFill>
                  <a:schemeClr val="lt1"/>
                </a:solidFill>
              </a:defRPr>
            </a:lvl8pPr>
            <a:lvl9pPr lvl="8" rtl="0">
              <a:lnSpc>
                <a:spcPct val="100000"/>
              </a:lnSpc>
              <a:spcBef>
                <a:spcPts val="0"/>
              </a:spcBef>
              <a:spcAft>
                <a:spcPts val="0"/>
              </a:spcAft>
              <a:buClr>
                <a:schemeClr val="lt1"/>
              </a:buClr>
              <a:buSzPts val="2800"/>
              <a:buNone/>
              <a:defRPr sz="2800">
                <a:solidFill>
                  <a:schemeClr val="lt1"/>
                </a:solidFill>
              </a:defRPr>
            </a:lvl9pPr>
          </a:lstStyle>
          <a:p/>
        </p:txBody>
      </p:sp>
    </p:spTree>
  </p:cSld>
  <p:clrMapOvr>
    <a:masterClrMapping/>
  </p:clrMapOvr>
  <p:extLst>
    <p:ext uri="{DCECCB84-F9BA-43D5-87BE-67443E8EF086}">
      <p15:sldGuideLst>
        <p15:guide id="1" pos="576">
          <p15:clr>
            <a:srgbClr val="E46962"/>
          </p15:clr>
        </p15:guide>
        <p15:guide id="2" orient="horz" pos="576">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 Two column comparison">
  <p:cSld name="TITLE_2_2_1_1">
    <p:spTree>
      <p:nvGrpSpPr>
        <p:cNvPr id="45" name="Shape 45"/>
        <p:cNvGrpSpPr/>
        <p:nvPr/>
      </p:nvGrpSpPr>
      <p:grpSpPr>
        <a:xfrm>
          <a:off x="0" y="0"/>
          <a:ext cx="0" cy="0"/>
          <a:chOff x="0" y="0"/>
          <a:chExt cx="0" cy="0"/>
        </a:xfrm>
      </p:grpSpPr>
      <p:pic>
        <p:nvPicPr>
          <p:cNvPr id="46" name="Google Shape;46;p9"/>
          <p:cNvPicPr preferRelativeResize="0"/>
          <p:nvPr/>
        </p:nvPicPr>
        <p:blipFill>
          <a:blip r:embed="rId2">
            <a:alphaModFix/>
          </a:blip>
          <a:stretch>
            <a:fillRect/>
          </a:stretch>
        </p:blipFill>
        <p:spPr>
          <a:xfrm>
            <a:off x="0" y="0"/>
            <a:ext cx="9144003" cy="5143501"/>
          </a:xfrm>
          <a:prstGeom prst="rect">
            <a:avLst/>
          </a:prstGeom>
          <a:noFill/>
          <a:ln>
            <a:noFill/>
          </a:ln>
        </p:spPr>
      </p:pic>
      <p:sp>
        <p:nvSpPr>
          <p:cNvPr id="47" name="Google Shape;47;p9"/>
          <p:cNvSpPr/>
          <p:nvPr/>
        </p:nvSpPr>
        <p:spPr>
          <a:xfrm>
            <a:off x="4500425" y="0"/>
            <a:ext cx="46437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 name="Google Shape;48;p9"/>
          <p:cNvSpPr txBox="1"/>
          <p:nvPr>
            <p:ph type="ctrTitle"/>
          </p:nvPr>
        </p:nvSpPr>
        <p:spPr>
          <a:xfrm>
            <a:off x="799475" y="790200"/>
            <a:ext cx="3018300" cy="14760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2676"/>
              </a:buClr>
              <a:buSzPts val="2000"/>
              <a:buFont typeface="Inter Black"/>
              <a:buNone/>
              <a:defRPr sz="2000">
                <a:solidFill>
                  <a:srgbClr val="002676"/>
                </a:solidFill>
                <a:latin typeface="Inter Black"/>
                <a:ea typeface="Inter Black"/>
                <a:cs typeface="Inter Black"/>
                <a:sym typeface="Inter Black"/>
              </a:defRPr>
            </a:lvl1pPr>
            <a:lvl2pPr lvl="1" rtl="0">
              <a:spcBef>
                <a:spcPts val="0"/>
              </a:spcBef>
              <a:spcAft>
                <a:spcPts val="0"/>
              </a:spcAft>
              <a:buClr>
                <a:srgbClr val="002676"/>
              </a:buClr>
              <a:buSzPts val="5200"/>
              <a:buNone/>
              <a:defRPr sz="5200">
                <a:solidFill>
                  <a:srgbClr val="002676"/>
                </a:solidFill>
              </a:defRPr>
            </a:lvl2pPr>
            <a:lvl3pPr lvl="2" rtl="0">
              <a:spcBef>
                <a:spcPts val="0"/>
              </a:spcBef>
              <a:spcAft>
                <a:spcPts val="0"/>
              </a:spcAft>
              <a:buClr>
                <a:srgbClr val="002676"/>
              </a:buClr>
              <a:buSzPts val="5200"/>
              <a:buNone/>
              <a:defRPr sz="5200">
                <a:solidFill>
                  <a:srgbClr val="002676"/>
                </a:solidFill>
              </a:defRPr>
            </a:lvl3pPr>
            <a:lvl4pPr lvl="3" rtl="0">
              <a:spcBef>
                <a:spcPts val="0"/>
              </a:spcBef>
              <a:spcAft>
                <a:spcPts val="0"/>
              </a:spcAft>
              <a:buClr>
                <a:srgbClr val="002676"/>
              </a:buClr>
              <a:buSzPts val="5200"/>
              <a:buNone/>
              <a:defRPr sz="5200">
                <a:solidFill>
                  <a:srgbClr val="002676"/>
                </a:solidFill>
              </a:defRPr>
            </a:lvl4pPr>
            <a:lvl5pPr lvl="4" rtl="0">
              <a:spcBef>
                <a:spcPts val="0"/>
              </a:spcBef>
              <a:spcAft>
                <a:spcPts val="0"/>
              </a:spcAft>
              <a:buClr>
                <a:srgbClr val="002676"/>
              </a:buClr>
              <a:buSzPts val="5200"/>
              <a:buNone/>
              <a:defRPr sz="5200">
                <a:solidFill>
                  <a:srgbClr val="002676"/>
                </a:solidFill>
              </a:defRPr>
            </a:lvl5pPr>
            <a:lvl6pPr lvl="5" rtl="0">
              <a:spcBef>
                <a:spcPts val="0"/>
              </a:spcBef>
              <a:spcAft>
                <a:spcPts val="0"/>
              </a:spcAft>
              <a:buClr>
                <a:srgbClr val="002676"/>
              </a:buClr>
              <a:buSzPts val="5200"/>
              <a:buNone/>
              <a:defRPr sz="5200">
                <a:solidFill>
                  <a:srgbClr val="002676"/>
                </a:solidFill>
              </a:defRPr>
            </a:lvl6pPr>
            <a:lvl7pPr lvl="6" rtl="0">
              <a:spcBef>
                <a:spcPts val="0"/>
              </a:spcBef>
              <a:spcAft>
                <a:spcPts val="0"/>
              </a:spcAft>
              <a:buClr>
                <a:srgbClr val="002676"/>
              </a:buClr>
              <a:buSzPts val="5200"/>
              <a:buNone/>
              <a:defRPr sz="5200">
                <a:solidFill>
                  <a:srgbClr val="002676"/>
                </a:solidFill>
              </a:defRPr>
            </a:lvl7pPr>
            <a:lvl8pPr lvl="7" rtl="0">
              <a:spcBef>
                <a:spcPts val="0"/>
              </a:spcBef>
              <a:spcAft>
                <a:spcPts val="0"/>
              </a:spcAft>
              <a:buClr>
                <a:srgbClr val="002676"/>
              </a:buClr>
              <a:buSzPts val="5200"/>
              <a:buNone/>
              <a:defRPr sz="5200">
                <a:solidFill>
                  <a:srgbClr val="002676"/>
                </a:solidFill>
              </a:defRPr>
            </a:lvl8pPr>
            <a:lvl9pPr lvl="8" rtl="0">
              <a:spcBef>
                <a:spcPts val="0"/>
              </a:spcBef>
              <a:spcAft>
                <a:spcPts val="0"/>
              </a:spcAft>
              <a:buClr>
                <a:srgbClr val="002676"/>
              </a:buClr>
              <a:buSzPts val="5200"/>
              <a:buNone/>
              <a:defRPr sz="5200">
                <a:solidFill>
                  <a:srgbClr val="002676"/>
                </a:solidFill>
              </a:defRPr>
            </a:lvl9pPr>
          </a:lstStyle>
          <a:p/>
        </p:txBody>
      </p:sp>
      <p:sp>
        <p:nvSpPr>
          <p:cNvPr id="49" name="Google Shape;49;p9"/>
          <p:cNvSpPr txBox="1"/>
          <p:nvPr>
            <p:ph idx="1" type="subTitle"/>
          </p:nvPr>
        </p:nvSpPr>
        <p:spPr>
          <a:xfrm>
            <a:off x="799475" y="2423575"/>
            <a:ext cx="3018300" cy="17898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002676"/>
              </a:buClr>
              <a:buSzPts val="1400"/>
              <a:buFont typeface="Inter Medium"/>
              <a:buNone/>
              <a:defRPr sz="1400">
                <a:solidFill>
                  <a:srgbClr val="002676"/>
                </a:solidFill>
                <a:latin typeface="Inter Medium"/>
                <a:ea typeface="Inter Medium"/>
                <a:cs typeface="Inter Medium"/>
                <a:sym typeface="Inter Medium"/>
              </a:defRPr>
            </a:lvl1pPr>
            <a:lvl2pPr lvl="1" rtl="0">
              <a:lnSpc>
                <a:spcPct val="100000"/>
              </a:lnSpc>
              <a:spcBef>
                <a:spcPts val="0"/>
              </a:spcBef>
              <a:spcAft>
                <a:spcPts val="0"/>
              </a:spcAft>
              <a:buClr>
                <a:srgbClr val="002676"/>
              </a:buClr>
              <a:buSzPts val="2800"/>
              <a:buNone/>
              <a:defRPr sz="2800">
                <a:solidFill>
                  <a:srgbClr val="002676"/>
                </a:solidFill>
              </a:defRPr>
            </a:lvl2pPr>
            <a:lvl3pPr lvl="2" rtl="0">
              <a:lnSpc>
                <a:spcPct val="100000"/>
              </a:lnSpc>
              <a:spcBef>
                <a:spcPts val="0"/>
              </a:spcBef>
              <a:spcAft>
                <a:spcPts val="0"/>
              </a:spcAft>
              <a:buClr>
                <a:srgbClr val="002676"/>
              </a:buClr>
              <a:buSzPts val="2800"/>
              <a:buNone/>
              <a:defRPr sz="2800">
                <a:solidFill>
                  <a:srgbClr val="002676"/>
                </a:solidFill>
              </a:defRPr>
            </a:lvl3pPr>
            <a:lvl4pPr lvl="3" rtl="0">
              <a:lnSpc>
                <a:spcPct val="100000"/>
              </a:lnSpc>
              <a:spcBef>
                <a:spcPts val="0"/>
              </a:spcBef>
              <a:spcAft>
                <a:spcPts val="0"/>
              </a:spcAft>
              <a:buClr>
                <a:srgbClr val="002676"/>
              </a:buClr>
              <a:buSzPts val="2800"/>
              <a:buNone/>
              <a:defRPr sz="2800">
                <a:solidFill>
                  <a:srgbClr val="002676"/>
                </a:solidFill>
              </a:defRPr>
            </a:lvl4pPr>
            <a:lvl5pPr lvl="4" rtl="0">
              <a:lnSpc>
                <a:spcPct val="100000"/>
              </a:lnSpc>
              <a:spcBef>
                <a:spcPts val="0"/>
              </a:spcBef>
              <a:spcAft>
                <a:spcPts val="0"/>
              </a:spcAft>
              <a:buClr>
                <a:srgbClr val="002676"/>
              </a:buClr>
              <a:buSzPts val="2800"/>
              <a:buNone/>
              <a:defRPr sz="2800">
                <a:solidFill>
                  <a:srgbClr val="002676"/>
                </a:solidFill>
              </a:defRPr>
            </a:lvl5pPr>
            <a:lvl6pPr lvl="5" rtl="0">
              <a:lnSpc>
                <a:spcPct val="100000"/>
              </a:lnSpc>
              <a:spcBef>
                <a:spcPts val="0"/>
              </a:spcBef>
              <a:spcAft>
                <a:spcPts val="0"/>
              </a:spcAft>
              <a:buClr>
                <a:srgbClr val="002676"/>
              </a:buClr>
              <a:buSzPts val="2800"/>
              <a:buNone/>
              <a:defRPr sz="2800">
                <a:solidFill>
                  <a:srgbClr val="002676"/>
                </a:solidFill>
              </a:defRPr>
            </a:lvl6pPr>
            <a:lvl7pPr lvl="6" rtl="0">
              <a:lnSpc>
                <a:spcPct val="100000"/>
              </a:lnSpc>
              <a:spcBef>
                <a:spcPts val="0"/>
              </a:spcBef>
              <a:spcAft>
                <a:spcPts val="0"/>
              </a:spcAft>
              <a:buClr>
                <a:srgbClr val="002676"/>
              </a:buClr>
              <a:buSzPts val="2800"/>
              <a:buNone/>
              <a:defRPr sz="2800">
                <a:solidFill>
                  <a:srgbClr val="002676"/>
                </a:solidFill>
              </a:defRPr>
            </a:lvl7pPr>
            <a:lvl8pPr lvl="7" rtl="0">
              <a:lnSpc>
                <a:spcPct val="100000"/>
              </a:lnSpc>
              <a:spcBef>
                <a:spcPts val="0"/>
              </a:spcBef>
              <a:spcAft>
                <a:spcPts val="0"/>
              </a:spcAft>
              <a:buClr>
                <a:srgbClr val="002676"/>
              </a:buClr>
              <a:buSzPts val="2800"/>
              <a:buNone/>
              <a:defRPr sz="2800">
                <a:solidFill>
                  <a:srgbClr val="002676"/>
                </a:solidFill>
              </a:defRPr>
            </a:lvl8pPr>
            <a:lvl9pPr lvl="8" rtl="0">
              <a:lnSpc>
                <a:spcPct val="100000"/>
              </a:lnSpc>
              <a:spcBef>
                <a:spcPts val="0"/>
              </a:spcBef>
              <a:spcAft>
                <a:spcPts val="0"/>
              </a:spcAft>
              <a:buClr>
                <a:srgbClr val="002676"/>
              </a:buClr>
              <a:buSzPts val="2800"/>
              <a:buNone/>
              <a:defRPr sz="2800">
                <a:solidFill>
                  <a:srgbClr val="002676"/>
                </a:solidFill>
              </a:defRPr>
            </a:lvl9pPr>
          </a:lstStyle>
          <a:p/>
        </p:txBody>
      </p:sp>
      <p:sp>
        <p:nvSpPr>
          <p:cNvPr id="50" name="Google Shape;5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1" name="Google Shape;51;p9"/>
          <p:cNvSpPr txBox="1"/>
          <p:nvPr>
            <p:ph idx="2" type="subTitle"/>
          </p:nvPr>
        </p:nvSpPr>
        <p:spPr>
          <a:xfrm>
            <a:off x="5420825" y="2423575"/>
            <a:ext cx="3118500" cy="17898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002676"/>
              </a:buClr>
              <a:buSzPts val="1400"/>
              <a:buFont typeface="Inter Medium"/>
              <a:buNone/>
              <a:defRPr sz="1400">
                <a:solidFill>
                  <a:srgbClr val="002676"/>
                </a:solidFill>
                <a:latin typeface="Inter Medium"/>
                <a:ea typeface="Inter Medium"/>
                <a:cs typeface="Inter Medium"/>
                <a:sym typeface="Inter Medium"/>
              </a:defRPr>
            </a:lvl1pPr>
            <a:lvl2pPr lvl="1" rtl="0">
              <a:lnSpc>
                <a:spcPct val="100000"/>
              </a:lnSpc>
              <a:spcBef>
                <a:spcPts val="0"/>
              </a:spcBef>
              <a:spcAft>
                <a:spcPts val="0"/>
              </a:spcAft>
              <a:buClr>
                <a:srgbClr val="002676"/>
              </a:buClr>
              <a:buSzPts val="2800"/>
              <a:buNone/>
              <a:defRPr sz="2800">
                <a:solidFill>
                  <a:srgbClr val="002676"/>
                </a:solidFill>
              </a:defRPr>
            </a:lvl2pPr>
            <a:lvl3pPr lvl="2" rtl="0">
              <a:lnSpc>
                <a:spcPct val="100000"/>
              </a:lnSpc>
              <a:spcBef>
                <a:spcPts val="0"/>
              </a:spcBef>
              <a:spcAft>
                <a:spcPts val="0"/>
              </a:spcAft>
              <a:buClr>
                <a:srgbClr val="002676"/>
              </a:buClr>
              <a:buSzPts val="2800"/>
              <a:buNone/>
              <a:defRPr sz="2800">
                <a:solidFill>
                  <a:srgbClr val="002676"/>
                </a:solidFill>
              </a:defRPr>
            </a:lvl3pPr>
            <a:lvl4pPr lvl="3" rtl="0">
              <a:lnSpc>
                <a:spcPct val="100000"/>
              </a:lnSpc>
              <a:spcBef>
                <a:spcPts val="0"/>
              </a:spcBef>
              <a:spcAft>
                <a:spcPts val="0"/>
              </a:spcAft>
              <a:buClr>
                <a:srgbClr val="002676"/>
              </a:buClr>
              <a:buSzPts val="2800"/>
              <a:buNone/>
              <a:defRPr sz="2800">
                <a:solidFill>
                  <a:srgbClr val="002676"/>
                </a:solidFill>
              </a:defRPr>
            </a:lvl4pPr>
            <a:lvl5pPr lvl="4" rtl="0">
              <a:lnSpc>
                <a:spcPct val="100000"/>
              </a:lnSpc>
              <a:spcBef>
                <a:spcPts val="0"/>
              </a:spcBef>
              <a:spcAft>
                <a:spcPts val="0"/>
              </a:spcAft>
              <a:buClr>
                <a:srgbClr val="002676"/>
              </a:buClr>
              <a:buSzPts val="2800"/>
              <a:buNone/>
              <a:defRPr sz="2800">
                <a:solidFill>
                  <a:srgbClr val="002676"/>
                </a:solidFill>
              </a:defRPr>
            </a:lvl5pPr>
            <a:lvl6pPr lvl="5" rtl="0">
              <a:lnSpc>
                <a:spcPct val="100000"/>
              </a:lnSpc>
              <a:spcBef>
                <a:spcPts val="0"/>
              </a:spcBef>
              <a:spcAft>
                <a:spcPts val="0"/>
              </a:spcAft>
              <a:buClr>
                <a:srgbClr val="002676"/>
              </a:buClr>
              <a:buSzPts val="2800"/>
              <a:buNone/>
              <a:defRPr sz="2800">
                <a:solidFill>
                  <a:srgbClr val="002676"/>
                </a:solidFill>
              </a:defRPr>
            </a:lvl6pPr>
            <a:lvl7pPr lvl="6" rtl="0">
              <a:lnSpc>
                <a:spcPct val="100000"/>
              </a:lnSpc>
              <a:spcBef>
                <a:spcPts val="0"/>
              </a:spcBef>
              <a:spcAft>
                <a:spcPts val="0"/>
              </a:spcAft>
              <a:buClr>
                <a:srgbClr val="002676"/>
              </a:buClr>
              <a:buSzPts val="2800"/>
              <a:buNone/>
              <a:defRPr sz="2800">
                <a:solidFill>
                  <a:srgbClr val="002676"/>
                </a:solidFill>
              </a:defRPr>
            </a:lvl7pPr>
            <a:lvl8pPr lvl="7" rtl="0">
              <a:lnSpc>
                <a:spcPct val="100000"/>
              </a:lnSpc>
              <a:spcBef>
                <a:spcPts val="0"/>
              </a:spcBef>
              <a:spcAft>
                <a:spcPts val="0"/>
              </a:spcAft>
              <a:buClr>
                <a:srgbClr val="002676"/>
              </a:buClr>
              <a:buSzPts val="2800"/>
              <a:buNone/>
              <a:defRPr sz="2800">
                <a:solidFill>
                  <a:srgbClr val="002676"/>
                </a:solidFill>
              </a:defRPr>
            </a:lvl8pPr>
            <a:lvl9pPr lvl="8" rtl="0">
              <a:lnSpc>
                <a:spcPct val="100000"/>
              </a:lnSpc>
              <a:spcBef>
                <a:spcPts val="0"/>
              </a:spcBef>
              <a:spcAft>
                <a:spcPts val="0"/>
              </a:spcAft>
              <a:buClr>
                <a:srgbClr val="002676"/>
              </a:buClr>
              <a:buSzPts val="2800"/>
              <a:buNone/>
              <a:defRPr sz="2800">
                <a:solidFill>
                  <a:srgbClr val="002676"/>
                </a:solidFill>
              </a:defRPr>
            </a:lvl9pPr>
          </a:lstStyle>
          <a:p/>
        </p:txBody>
      </p:sp>
      <p:sp>
        <p:nvSpPr>
          <p:cNvPr id="52" name="Google Shape;52;p9"/>
          <p:cNvSpPr txBox="1"/>
          <p:nvPr>
            <p:ph idx="3" type="ctrTitle"/>
          </p:nvPr>
        </p:nvSpPr>
        <p:spPr>
          <a:xfrm>
            <a:off x="5420825" y="790200"/>
            <a:ext cx="3018300" cy="14760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2676"/>
              </a:buClr>
              <a:buSzPts val="2000"/>
              <a:buFont typeface="Inter Black"/>
              <a:buNone/>
              <a:defRPr sz="2000">
                <a:solidFill>
                  <a:srgbClr val="002676"/>
                </a:solidFill>
                <a:latin typeface="Inter Black"/>
                <a:ea typeface="Inter Black"/>
                <a:cs typeface="Inter Black"/>
                <a:sym typeface="Inter Black"/>
              </a:defRPr>
            </a:lvl1pPr>
            <a:lvl2pPr lvl="1" rtl="0">
              <a:spcBef>
                <a:spcPts val="0"/>
              </a:spcBef>
              <a:spcAft>
                <a:spcPts val="0"/>
              </a:spcAft>
              <a:buClr>
                <a:srgbClr val="002676"/>
              </a:buClr>
              <a:buSzPts val="5200"/>
              <a:buNone/>
              <a:defRPr sz="5200">
                <a:solidFill>
                  <a:srgbClr val="002676"/>
                </a:solidFill>
              </a:defRPr>
            </a:lvl2pPr>
            <a:lvl3pPr lvl="2" rtl="0">
              <a:spcBef>
                <a:spcPts val="0"/>
              </a:spcBef>
              <a:spcAft>
                <a:spcPts val="0"/>
              </a:spcAft>
              <a:buClr>
                <a:srgbClr val="002676"/>
              </a:buClr>
              <a:buSzPts val="5200"/>
              <a:buNone/>
              <a:defRPr sz="5200">
                <a:solidFill>
                  <a:srgbClr val="002676"/>
                </a:solidFill>
              </a:defRPr>
            </a:lvl3pPr>
            <a:lvl4pPr lvl="3" rtl="0">
              <a:spcBef>
                <a:spcPts val="0"/>
              </a:spcBef>
              <a:spcAft>
                <a:spcPts val="0"/>
              </a:spcAft>
              <a:buClr>
                <a:srgbClr val="002676"/>
              </a:buClr>
              <a:buSzPts val="5200"/>
              <a:buNone/>
              <a:defRPr sz="5200">
                <a:solidFill>
                  <a:srgbClr val="002676"/>
                </a:solidFill>
              </a:defRPr>
            </a:lvl4pPr>
            <a:lvl5pPr lvl="4" rtl="0">
              <a:spcBef>
                <a:spcPts val="0"/>
              </a:spcBef>
              <a:spcAft>
                <a:spcPts val="0"/>
              </a:spcAft>
              <a:buClr>
                <a:srgbClr val="002676"/>
              </a:buClr>
              <a:buSzPts val="5200"/>
              <a:buNone/>
              <a:defRPr sz="5200">
                <a:solidFill>
                  <a:srgbClr val="002676"/>
                </a:solidFill>
              </a:defRPr>
            </a:lvl5pPr>
            <a:lvl6pPr lvl="5" rtl="0">
              <a:spcBef>
                <a:spcPts val="0"/>
              </a:spcBef>
              <a:spcAft>
                <a:spcPts val="0"/>
              </a:spcAft>
              <a:buClr>
                <a:srgbClr val="002676"/>
              </a:buClr>
              <a:buSzPts val="5200"/>
              <a:buNone/>
              <a:defRPr sz="5200">
                <a:solidFill>
                  <a:srgbClr val="002676"/>
                </a:solidFill>
              </a:defRPr>
            </a:lvl6pPr>
            <a:lvl7pPr lvl="6" rtl="0">
              <a:spcBef>
                <a:spcPts val="0"/>
              </a:spcBef>
              <a:spcAft>
                <a:spcPts val="0"/>
              </a:spcAft>
              <a:buClr>
                <a:srgbClr val="002676"/>
              </a:buClr>
              <a:buSzPts val="5200"/>
              <a:buNone/>
              <a:defRPr sz="5200">
                <a:solidFill>
                  <a:srgbClr val="002676"/>
                </a:solidFill>
              </a:defRPr>
            </a:lvl7pPr>
            <a:lvl8pPr lvl="7" rtl="0">
              <a:spcBef>
                <a:spcPts val="0"/>
              </a:spcBef>
              <a:spcAft>
                <a:spcPts val="0"/>
              </a:spcAft>
              <a:buClr>
                <a:srgbClr val="002676"/>
              </a:buClr>
              <a:buSzPts val="5200"/>
              <a:buNone/>
              <a:defRPr sz="5200">
                <a:solidFill>
                  <a:srgbClr val="002676"/>
                </a:solidFill>
              </a:defRPr>
            </a:lvl8pPr>
            <a:lvl9pPr lvl="8" rtl="0">
              <a:spcBef>
                <a:spcPts val="0"/>
              </a:spcBef>
              <a:spcAft>
                <a:spcPts val="0"/>
              </a:spcAft>
              <a:buClr>
                <a:srgbClr val="002676"/>
              </a:buClr>
              <a:buSzPts val="5200"/>
              <a:buNone/>
              <a:defRPr sz="5200">
                <a:solidFill>
                  <a:srgbClr val="002676"/>
                </a:solidFill>
              </a:defRPr>
            </a:lvl9pPr>
          </a:lstStyle>
          <a:p/>
        </p:txBody>
      </p:sp>
    </p:spTree>
  </p:cSld>
  <p:clrMapOvr>
    <a:masterClrMapping/>
  </p:clrMapOvr>
  <p:extLst>
    <p:ext uri="{DCECCB84-F9BA-43D5-87BE-67443E8EF086}">
      <p15:sldGuideLst>
        <p15:guide id="1" pos="576">
          <p15:clr>
            <a:srgbClr val="E46962"/>
          </p15:clr>
        </p15:guide>
        <p15:guide id="2" orient="horz" pos="576">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Two presenters">
  <p:cSld name="TITLE_2_2_1_1_2">
    <p:spTree>
      <p:nvGrpSpPr>
        <p:cNvPr id="53" name="Shape 53"/>
        <p:cNvGrpSpPr/>
        <p:nvPr/>
      </p:nvGrpSpPr>
      <p:grpSpPr>
        <a:xfrm>
          <a:off x="0" y="0"/>
          <a:ext cx="0" cy="0"/>
          <a:chOff x="0" y="0"/>
          <a:chExt cx="0" cy="0"/>
        </a:xfrm>
      </p:grpSpPr>
      <p:pic>
        <p:nvPicPr>
          <p:cNvPr id="54" name="Google Shape;54;p10"/>
          <p:cNvPicPr preferRelativeResize="0"/>
          <p:nvPr/>
        </p:nvPicPr>
        <p:blipFill>
          <a:blip r:embed="rId2">
            <a:alphaModFix/>
          </a:blip>
          <a:stretch>
            <a:fillRect/>
          </a:stretch>
        </p:blipFill>
        <p:spPr>
          <a:xfrm>
            <a:off x="0" y="0"/>
            <a:ext cx="9144003" cy="5143501"/>
          </a:xfrm>
          <a:prstGeom prst="rect">
            <a:avLst/>
          </a:prstGeom>
          <a:noFill/>
          <a:ln>
            <a:noFill/>
          </a:ln>
        </p:spPr>
      </p:pic>
      <p:sp>
        <p:nvSpPr>
          <p:cNvPr id="55" name="Google Shape;55;p10"/>
          <p:cNvSpPr txBox="1"/>
          <p:nvPr>
            <p:ph type="ctrTitle"/>
          </p:nvPr>
        </p:nvSpPr>
        <p:spPr>
          <a:xfrm>
            <a:off x="799475" y="2679125"/>
            <a:ext cx="3018300" cy="577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002676"/>
              </a:buClr>
              <a:buSzPts val="1600"/>
              <a:buFont typeface="Inter Black"/>
              <a:buNone/>
              <a:defRPr sz="1600">
                <a:solidFill>
                  <a:srgbClr val="002676"/>
                </a:solidFill>
                <a:latin typeface="Inter Black"/>
                <a:ea typeface="Inter Black"/>
                <a:cs typeface="Inter Black"/>
                <a:sym typeface="Inter Black"/>
              </a:defRPr>
            </a:lvl1pPr>
            <a:lvl2pPr lvl="1" rtl="0" algn="ctr">
              <a:spcBef>
                <a:spcPts val="0"/>
              </a:spcBef>
              <a:spcAft>
                <a:spcPts val="0"/>
              </a:spcAft>
              <a:buClr>
                <a:srgbClr val="002676"/>
              </a:buClr>
              <a:buSzPts val="1600"/>
              <a:buNone/>
              <a:defRPr sz="1600">
                <a:solidFill>
                  <a:srgbClr val="002676"/>
                </a:solidFill>
              </a:defRPr>
            </a:lvl2pPr>
            <a:lvl3pPr lvl="2" rtl="0" algn="ctr">
              <a:spcBef>
                <a:spcPts val="0"/>
              </a:spcBef>
              <a:spcAft>
                <a:spcPts val="0"/>
              </a:spcAft>
              <a:buClr>
                <a:srgbClr val="002676"/>
              </a:buClr>
              <a:buSzPts val="1600"/>
              <a:buNone/>
              <a:defRPr sz="1600">
                <a:solidFill>
                  <a:srgbClr val="002676"/>
                </a:solidFill>
              </a:defRPr>
            </a:lvl3pPr>
            <a:lvl4pPr lvl="3" rtl="0" algn="ctr">
              <a:spcBef>
                <a:spcPts val="0"/>
              </a:spcBef>
              <a:spcAft>
                <a:spcPts val="0"/>
              </a:spcAft>
              <a:buClr>
                <a:srgbClr val="002676"/>
              </a:buClr>
              <a:buSzPts val="1600"/>
              <a:buNone/>
              <a:defRPr sz="1600">
                <a:solidFill>
                  <a:srgbClr val="002676"/>
                </a:solidFill>
              </a:defRPr>
            </a:lvl4pPr>
            <a:lvl5pPr lvl="4" rtl="0" algn="ctr">
              <a:spcBef>
                <a:spcPts val="0"/>
              </a:spcBef>
              <a:spcAft>
                <a:spcPts val="0"/>
              </a:spcAft>
              <a:buClr>
                <a:srgbClr val="002676"/>
              </a:buClr>
              <a:buSzPts val="1600"/>
              <a:buNone/>
              <a:defRPr sz="1600">
                <a:solidFill>
                  <a:srgbClr val="002676"/>
                </a:solidFill>
              </a:defRPr>
            </a:lvl5pPr>
            <a:lvl6pPr lvl="5" rtl="0" algn="ctr">
              <a:spcBef>
                <a:spcPts val="0"/>
              </a:spcBef>
              <a:spcAft>
                <a:spcPts val="0"/>
              </a:spcAft>
              <a:buClr>
                <a:srgbClr val="002676"/>
              </a:buClr>
              <a:buSzPts val="1600"/>
              <a:buNone/>
              <a:defRPr sz="1600">
                <a:solidFill>
                  <a:srgbClr val="002676"/>
                </a:solidFill>
              </a:defRPr>
            </a:lvl6pPr>
            <a:lvl7pPr lvl="6" rtl="0" algn="ctr">
              <a:spcBef>
                <a:spcPts val="0"/>
              </a:spcBef>
              <a:spcAft>
                <a:spcPts val="0"/>
              </a:spcAft>
              <a:buClr>
                <a:srgbClr val="002676"/>
              </a:buClr>
              <a:buSzPts val="1600"/>
              <a:buNone/>
              <a:defRPr sz="1600">
                <a:solidFill>
                  <a:srgbClr val="002676"/>
                </a:solidFill>
              </a:defRPr>
            </a:lvl7pPr>
            <a:lvl8pPr lvl="7" rtl="0" algn="ctr">
              <a:spcBef>
                <a:spcPts val="0"/>
              </a:spcBef>
              <a:spcAft>
                <a:spcPts val="0"/>
              </a:spcAft>
              <a:buClr>
                <a:srgbClr val="002676"/>
              </a:buClr>
              <a:buSzPts val="1600"/>
              <a:buNone/>
              <a:defRPr sz="1600">
                <a:solidFill>
                  <a:srgbClr val="002676"/>
                </a:solidFill>
              </a:defRPr>
            </a:lvl8pPr>
            <a:lvl9pPr lvl="8" rtl="0" algn="ctr">
              <a:spcBef>
                <a:spcPts val="0"/>
              </a:spcBef>
              <a:spcAft>
                <a:spcPts val="0"/>
              </a:spcAft>
              <a:buClr>
                <a:srgbClr val="002676"/>
              </a:buClr>
              <a:buSzPts val="1600"/>
              <a:buNone/>
              <a:defRPr sz="1600">
                <a:solidFill>
                  <a:srgbClr val="002676"/>
                </a:solidFill>
              </a:defRPr>
            </a:lvl9pPr>
          </a:lstStyle>
          <a:p/>
        </p:txBody>
      </p:sp>
      <p:sp>
        <p:nvSpPr>
          <p:cNvPr id="56" name="Google Shape;56;p10"/>
          <p:cNvSpPr txBox="1"/>
          <p:nvPr>
            <p:ph idx="1" type="subTitle"/>
          </p:nvPr>
        </p:nvSpPr>
        <p:spPr>
          <a:xfrm>
            <a:off x="799475" y="3414175"/>
            <a:ext cx="3018300" cy="393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002676"/>
              </a:buClr>
              <a:buSzPts val="1200"/>
              <a:buFont typeface="Inter Medium"/>
              <a:buNone/>
              <a:defRPr sz="1200">
                <a:solidFill>
                  <a:srgbClr val="002676"/>
                </a:solidFill>
                <a:latin typeface="Inter Medium"/>
                <a:ea typeface="Inter Medium"/>
                <a:cs typeface="Inter Medium"/>
                <a:sym typeface="Inter Medium"/>
              </a:defRPr>
            </a:lvl1pPr>
            <a:lvl2pPr lvl="1" rtl="0" algn="ctr">
              <a:lnSpc>
                <a:spcPct val="100000"/>
              </a:lnSpc>
              <a:spcBef>
                <a:spcPts val="0"/>
              </a:spcBef>
              <a:spcAft>
                <a:spcPts val="0"/>
              </a:spcAft>
              <a:buClr>
                <a:srgbClr val="002676"/>
              </a:buClr>
              <a:buSzPts val="1200"/>
              <a:buNone/>
              <a:defRPr sz="1200">
                <a:solidFill>
                  <a:srgbClr val="002676"/>
                </a:solidFill>
              </a:defRPr>
            </a:lvl2pPr>
            <a:lvl3pPr lvl="2" rtl="0" algn="ctr">
              <a:lnSpc>
                <a:spcPct val="100000"/>
              </a:lnSpc>
              <a:spcBef>
                <a:spcPts val="0"/>
              </a:spcBef>
              <a:spcAft>
                <a:spcPts val="0"/>
              </a:spcAft>
              <a:buClr>
                <a:srgbClr val="002676"/>
              </a:buClr>
              <a:buSzPts val="1200"/>
              <a:buNone/>
              <a:defRPr sz="1200">
                <a:solidFill>
                  <a:srgbClr val="002676"/>
                </a:solidFill>
              </a:defRPr>
            </a:lvl3pPr>
            <a:lvl4pPr lvl="3" rtl="0" algn="ctr">
              <a:lnSpc>
                <a:spcPct val="100000"/>
              </a:lnSpc>
              <a:spcBef>
                <a:spcPts val="0"/>
              </a:spcBef>
              <a:spcAft>
                <a:spcPts val="0"/>
              </a:spcAft>
              <a:buClr>
                <a:srgbClr val="002676"/>
              </a:buClr>
              <a:buSzPts val="1200"/>
              <a:buNone/>
              <a:defRPr sz="1200">
                <a:solidFill>
                  <a:srgbClr val="002676"/>
                </a:solidFill>
              </a:defRPr>
            </a:lvl4pPr>
            <a:lvl5pPr lvl="4" rtl="0" algn="ctr">
              <a:lnSpc>
                <a:spcPct val="100000"/>
              </a:lnSpc>
              <a:spcBef>
                <a:spcPts val="0"/>
              </a:spcBef>
              <a:spcAft>
                <a:spcPts val="0"/>
              </a:spcAft>
              <a:buClr>
                <a:srgbClr val="002676"/>
              </a:buClr>
              <a:buSzPts val="1200"/>
              <a:buNone/>
              <a:defRPr sz="1200">
                <a:solidFill>
                  <a:srgbClr val="002676"/>
                </a:solidFill>
              </a:defRPr>
            </a:lvl5pPr>
            <a:lvl6pPr lvl="5" rtl="0" algn="ctr">
              <a:lnSpc>
                <a:spcPct val="100000"/>
              </a:lnSpc>
              <a:spcBef>
                <a:spcPts val="0"/>
              </a:spcBef>
              <a:spcAft>
                <a:spcPts val="0"/>
              </a:spcAft>
              <a:buClr>
                <a:srgbClr val="002676"/>
              </a:buClr>
              <a:buSzPts val="1200"/>
              <a:buNone/>
              <a:defRPr sz="1200">
                <a:solidFill>
                  <a:srgbClr val="002676"/>
                </a:solidFill>
              </a:defRPr>
            </a:lvl6pPr>
            <a:lvl7pPr lvl="6" rtl="0" algn="ctr">
              <a:lnSpc>
                <a:spcPct val="100000"/>
              </a:lnSpc>
              <a:spcBef>
                <a:spcPts val="0"/>
              </a:spcBef>
              <a:spcAft>
                <a:spcPts val="0"/>
              </a:spcAft>
              <a:buClr>
                <a:srgbClr val="002676"/>
              </a:buClr>
              <a:buSzPts val="1200"/>
              <a:buNone/>
              <a:defRPr sz="1200">
                <a:solidFill>
                  <a:srgbClr val="002676"/>
                </a:solidFill>
              </a:defRPr>
            </a:lvl7pPr>
            <a:lvl8pPr lvl="7" rtl="0" algn="ctr">
              <a:lnSpc>
                <a:spcPct val="100000"/>
              </a:lnSpc>
              <a:spcBef>
                <a:spcPts val="0"/>
              </a:spcBef>
              <a:spcAft>
                <a:spcPts val="0"/>
              </a:spcAft>
              <a:buClr>
                <a:srgbClr val="002676"/>
              </a:buClr>
              <a:buSzPts val="1200"/>
              <a:buNone/>
              <a:defRPr sz="1200">
                <a:solidFill>
                  <a:srgbClr val="002676"/>
                </a:solidFill>
              </a:defRPr>
            </a:lvl8pPr>
            <a:lvl9pPr lvl="8" rtl="0" algn="ctr">
              <a:lnSpc>
                <a:spcPct val="100000"/>
              </a:lnSpc>
              <a:spcBef>
                <a:spcPts val="0"/>
              </a:spcBef>
              <a:spcAft>
                <a:spcPts val="0"/>
              </a:spcAft>
              <a:buClr>
                <a:srgbClr val="002676"/>
              </a:buClr>
              <a:buSzPts val="1200"/>
              <a:buNone/>
              <a:defRPr sz="1200">
                <a:solidFill>
                  <a:srgbClr val="002676"/>
                </a:solidFill>
              </a:defRPr>
            </a:lvl9pPr>
          </a:lstStyle>
          <a:p/>
        </p:txBody>
      </p:sp>
      <p:sp>
        <p:nvSpPr>
          <p:cNvPr id="57" name="Google Shape;5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8" name="Google Shape;58;p10"/>
          <p:cNvSpPr txBox="1"/>
          <p:nvPr>
            <p:ph idx="2" type="subTitle"/>
          </p:nvPr>
        </p:nvSpPr>
        <p:spPr>
          <a:xfrm>
            <a:off x="5420825" y="3414175"/>
            <a:ext cx="3118500" cy="393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002676"/>
              </a:buClr>
              <a:buSzPts val="1200"/>
              <a:buFont typeface="Inter Medium"/>
              <a:buNone/>
              <a:defRPr sz="1200">
                <a:solidFill>
                  <a:srgbClr val="002676"/>
                </a:solidFill>
                <a:latin typeface="Inter Medium"/>
                <a:ea typeface="Inter Medium"/>
                <a:cs typeface="Inter Medium"/>
                <a:sym typeface="Inter Medium"/>
              </a:defRPr>
            </a:lvl1pPr>
            <a:lvl2pPr lvl="1" rtl="0" algn="ctr">
              <a:lnSpc>
                <a:spcPct val="100000"/>
              </a:lnSpc>
              <a:spcBef>
                <a:spcPts val="0"/>
              </a:spcBef>
              <a:spcAft>
                <a:spcPts val="0"/>
              </a:spcAft>
              <a:buClr>
                <a:srgbClr val="002676"/>
              </a:buClr>
              <a:buSzPts val="1200"/>
              <a:buNone/>
              <a:defRPr sz="1200">
                <a:solidFill>
                  <a:srgbClr val="002676"/>
                </a:solidFill>
              </a:defRPr>
            </a:lvl2pPr>
            <a:lvl3pPr lvl="2" rtl="0" algn="ctr">
              <a:lnSpc>
                <a:spcPct val="100000"/>
              </a:lnSpc>
              <a:spcBef>
                <a:spcPts val="0"/>
              </a:spcBef>
              <a:spcAft>
                <a:spcPts val="0"/>
              </a:spcAft>
              <a:buClr>
                <a:srgbClr val="002676"/>
              </a:buClr>
              <a:buSzPts val="1200"/>
              <a:buNone/>
              <a:defRPr sz="1200">
                <a:solidFill>
                  <a:srgbClr val="002676"/>
                </a:solidFill>
              </a:defRPr>
            </a:lvl3pPr>
            <a:lvl4pPr lvl="3" rtl="0" algn="ctr">
              <a:lnSpc>
                <a:spcPct val="100000"/>
              </a:lnSpc>
              <a:spcBef>
                <a:spcPts val="0"/>
              </a:spcBef>
              <a:spcAft>
                <a:spcPts val="0"/>
              </a:spcAft>
              <a:buClr>
                <a:srgbClr val="002676"/>
              </a:buClr>
              <a:buSzPts val="1200"/>
              <a:buNone/>
              <a:defRPr sz="1200">
                <a:solidFill>
                  <a:srgbClr val="002676"/>
                </a:solidFill>
              </a:defRPr>
            </a:lvl4pPr>
            <a:lvl5pPr lvl="4" rtl="0" algn="ctr">
              <a:lnSpc>
                <a:spcPct val="100000"/>
              </a:lnSpc>
              <a:spcBef>
                <a:spcPts val="0"/>
              </a:spcBef>
              <a:spcAft>
                <a:spcPts val="0"/>
              </a:spcAft>
              <a:buClr>
                <a:srgbClr val="002676"/>
              </a:buClr>
              <a:buSzPts val="1200"/>
              <a:buNone/>
              <a:defRPr sz="1200">
                <a:solidFill>
                  <a:srgbClr val="002676"/>
                </a:solidFill>
              </a:defRPr>
            </a:lvl5pPr>
            <a:lvl6pPr lvl="5" rtl="0" algn="ctr">
              <a:lnSpc>
                <a:spcPct val="100000"/>
              </a:lnSpc>
              <a:spcBef>
                <a:spcPts val="0"/>
              </a:spcBef>
              <a:spcAft>
                <a:spcPts val="0"/>
              </a:spcAft>
              <a:buClr>
                <a:srgbClr val="002676"/>
              </a:buClr>
              <a:buSzPts val="1200"/>
              <a:buNone/>
              <a:defRPr sz="1200">
                <a:solidFill>
                  <a:srgbClr val="002676"/>
                </a:solidFill>
              </a:defRPr>
            </a:lvl6pPr>
            <a:lvl7pPr lvl="6" rtl="0" algn="ctr">
              <a:lnSpc>
                <a:spcPct val="100000"/>
              </a:lnSpc>
              <a:spcBef>
                <a:spcPts val="0"/>
              </a:spcBef>
              <a:spcAft>
                <a:spcPts val="0"/>
              </a:spcAft>
              <a:buClr>
                <a:srgbClr val="002676"/>
              </a:buClr>
              <a:buSzPts val="1200"/>
              <a:buNone/>
              <a:defRPr sz="1200">
                <a:solidFill>
                  <a:srgbClr val="002676"/>
                </a:solidFill>
              </a:defRPr>
            </a:lvl7pPr>
            <a:lvl8pPr lvl="7" rtl="0" algn="ctr">
              <a:lnSpc>
                <a:spcPct val="100000"/>
              </a:lnSpc>
              <a:spcBef>
                <a:spcPts val="0"/>
              </a:spcBef>
              <a:spcAft>
                <a:spcPts val="0"/>
              </a:spcAft>
              <a:buClr>
                <a:srgbClr val="002676"/>
              </a:buClr>
              <a:buSzPts val="1200"/>
              <a:buNone/>
              <a:defRPr sz="1200">
                <a:solidFill>
                  <a:srgbClr val="002676"/>
                </a:solidFill>
              </a:defRPr>
            </a:lvl8pPr>
            <a:lvl9pPr lvl="8" rtl="0" algn="ctr">
              <a:lnSpc>
                <a:spcPct val="100000"/>
              </a:lnSpc>
              <a:spcBef>
                <a:spcPts val="0"/>
              </a:spcBef>
              <a:spcAft>
                <a:spcPts val="0"/>
              </a:spcAft>
              <a:buClr>
                <a:srgbClr val="002676"/>
              </a:buClr>
              <a:buSzPts val="1200"/>
              <a:buNone/>
              <a:defRPr sz="1200">
                <a:solidFill>
                  <a:srgbClr val="002676"/>
                </a:solidFill>
              </a:defRPr>
            </a:lvl9pPr>
          </a:lstStyle>
          <a:p/>
        </p:txBody>
      </p:sp>
      <p:sp>
        <p:nvSpPr>
          <p:cNvPr id="59" name="Google Shape;59;p10"/>
          <p:cNvSpPr txBox="1"/>
          <p:nvPr>
            <p:ph idx="3" type="ctrTitle"/>
          </p:nvPr>
        </p:nvSpPr>
        <p:spPr>
          <a:xfrm>
            <a:off x="5420825" y="2679125"/>
            <a:ext cx="3018300" cy="577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002676"/>
              </a:buClr>
              <a:buSzPts val="1600"/>
              <a:buFont typeface="Inter Black"/>
              <a:buNone/>
              <a:defRPr sz="1600">
                <a:solidFill>
                  <a:srgbClr val="002676"/>
                </a:solidFill>
                <a:latin typeface="Inter Black"/>
                <a:ea typeface="Inter Black"/>
                <a:cs typeface="Inter Black"/>
                <a:sym typeface="Inter Black"/>
              </a:defRPr>
            </a:lvl1pPr>
            <a:lvl2pPr lvl="1" rtl="0" algn="ctr">
              <a:spcBef>
                <a:spcPts val="0"/>
              </a:spcBef>
              <a:spcAft>
                <a:spcPts val="0"/>
              </a:spcAft>
              <a:buClr>
                <a:srgbClr val="002676"/>
              </a:buClr>
              <a:buSzPts val="1600"/>
              <a:buNone/>
              <a:defRPr sz="1600">
                <a:solidFill>
                  <a:srgbClr val="002676"/>
                </a:solidFill>
              </a:defRPr>
            </a:lvl2pPr>
            <a:lvl3pPr lvl="2" rtl="0" algn="ctr">
              <a:spcBef>
                <a:spcPts val="0"/>
              </a:spcBef>
              <a:spcAft>
                <a:spcPts val="0"/>
              </a:spcAft>
              <a:buClr>
                <a:srgbClr val="002676"/>
              </a:buClr>
              <a:buSzPts val="1600"/>
              <a:buNone/>
              <a:defRPr sz="1600">
                <a:solidFill>
                  <a:srgbClr val="002676"/>
                </a:solidFill>
              </a:defRPr>
            </a:lvl3pPr>
            <a:lvl4pPr lvl="3" rtl="0" algn="ctr">
              <a:spcBef>
                <a:spcPts val="0"/>
              </a:spcBef>
              <a:spcAft>
                <a:spcPts val="0"/>
              </a:spcAft>
              <a:buClr>
                <a:srgbClr val="002676"/>
              </a:buClr>
              <a:buSzPts val="1600"/>
              <a:buNone/>
              <a:defRPr sz="1600">
                <a:solidFill>
                  <a:srgbClr val="002676"/>
                </a:solidFill>
              </a:defRPr>
            </a:lvl4pPr>
            <a:lvl5pPr lvl="4" rtl="0" algn="ctr">
              <a:spcBef>
                <a:spcPts val="0"/>
              </a:spcBef>
              <a:spcAft>
                <a:spcPts val="0"/>
              </a:spcAft>
              <a:buClr>
                <a:srgbClr val="002676"/>
              </a:buClr>
              <a:buSzPts val="1600"/>
              <a:buNone/>
              <a:defRPr sz="1600">
                <a:solidFill>
                  <a:srgbClr val="002676"/>
                </a:solidFill>
              </a:defRPr>
            </a:lvl5pPr>
            <a:lvl6pPr lvl="5" rtl="0" algn="ctr">
              <a:spcBef>
                <a:spcPts val="0"/>
              </a:spcBef>
              <a:spcAft>
                <a:spcPts val="0"/>
              </a:spcAft>
              <a:buClr>
                <a:srgbClr val="002676"/>
              </a:buClr>
              <a:buSzPts val="1600"/>
              <a:buNone/>
              <a:defRPr sz="1600">
                <a:solidFill>
                  <a:srgbClr val="002676"/>
                </a:solidFill>
              </a:defRPr>
            </a:lvl6pPr>
            <a:lvl7pPr lvl="6" rtl="0" algn="ctr">
              <a:spcBef>
                <a:spcPts val="0"/>
              </a:spcBef>
              <a:spcAft>
                <a:spcPts val="0"/>
              </a:spcAft>
              <a:buClr>
                <a:srgbClr val="002676"/>
              </a:buClr>
              <a:buSzPts val="1600"/>
              <a:buNone/>
              <a:defRPr sz="1600">
                <a:solidFill>
                  <a:srgbClr val="002676"/>
                </a:solidFill>
              </a:defRPr>
            </a:lvl7pPr>
            <a:lvl8pPr lvl="7" rtl="0" algn="ctr">
              <a:spcBef>
                <a:spcPts val="0"/>
              </a:spcBef>
              <a:spcAft>
                <a:spcPts val="0"/>
              </a:spcAft>
              <a:buClr>
                <a:srgbClr val="002676"/>
              </a:buClr>
              <a:buSzPts val="1600"/>
              <a:buNone/>
              <a:defRPr sz="1600">
                <a:solidFill>
                  <a:srgbClr val="002676"/>
                </a:solidFill>
              </a:defRPr>
            </a:lvl8pPr>
            <a:lvl9pPr lvl="8" rtl="0" algn="ctr">
              <a:spcBef>
                <a:spcPts val="0"/>
              </a:spcBef>
              <a:spcAft>
                <a:spcPts val="0"/>
              </a:spcAft>
              <a:buClr>
                <a:srgbClr val="002676"/>
              </a:buClr>
              <a:buSzPts val="1600"/>
              <a:buNone/>
              <a:defRPr sz="1600">
                <a:solidFill>
                  <a:srgbClr val="002676"/>
                </a:solidFill>
              </a:defRPr>
            </a:lvl9pPr>
          </a:lstStyle>
          <a:p/>
        </p:txBody>
      </p:sp>
      <p:sp>
        <p:nvSpPr>
          <p:cNvPr id="60" name="Google Shape;60;p10"/>
          <p:cNvSpPr/>
          <p:nvPr>
            <p:ph idx="4" type="pic"/>
          </p:nvPr>
        </p:nvSpPr>
        <p:spPr>
          <a:xfrm>
            <a:off x="1525625" y="914400"/>
            <a:ext cx="1566000" cy="1566000"/>
          </a:xfrm>
          <a:prstGeom prst="ellipse">
            <a:avLst/>
          </a:prstGeom>
          <a:noFill/>
          <a:ln>
            <a:noFill/>
          </a:ln>
        </p:spPr>
      </p:sp>
      <p:sp>
        <p:nvSpPr>
          <p:cNvPr id="61" name="Google Shape;61;p10"/>
          <p:cNvSpPr/>
          <p:nvPr>
            <p:ph idx="5" type="pic"/>
          </p:nvPr>
        </p:nvSpPr>
        <p:spPr>
          <a:xfrm>
            <a:off x="6039275" y="914400"/>
            <a:ext cx="1566000" cy="1566000"/>
          </a:xfrm>
          <a:prstGeom prst="ellipse">
            <a:avLst/>
          </a:prstGeom>
          <a:noFill/>
          <a:ln>
            <a:noFill/>
          </a:ln>
        </p:spPr>
      </p:sp>
    </p:spTree>
  </p:cSld>
  <p:clrMapOvr>
    <a:masterClrMapping/>
  </p:clrMapOvr>
  <p:extLst>
    <p:ext uri="{DCECCB84-F9BA-43D5-87BE-67443E8EF086}">
      <p15:sldGuideLst>
        <p15:guide id="1" pos="576">
          <p15:clr>
            <a:srgbClr val="E46962"/>
          </p15:clr>
        </p15:guide>
        <p15:guide id="2" orient="horz" pos="576">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Three presenters">
  <p:cSld name="TITLE_2_2_1_1_2_1">
    <p:spTree>
      <p:nvGrpSpPr>
        <p:cNvPr id="62" name="Shape 62"/>
        <p:cNvGrpSpPr/>
        <p:nvPr/>
      </p:nvGrpSpPr>
      <p:grpSpPr>
        <a:xfrm>
          <a:off x="0" y="0"/>
          <a:ext cx="0" cy="0"/>
          <a:chOff x="0" y="0"/>
          <a:chExt cx="0" cy="0"/>
        </a:xfrm>
      </p:grpSpPr>
      <p:pic>
        <p:nvPicPr>
          <p:cNvPr id="63" name="Google Shape;63;p11"/>
          <p:cNvPicPr preferRelativeResize="0"/>
          <p:nvPr/>
        </p:nvPicPr>
        <p:blipFill>
          <a:blip r:embed="rId2">
            <a:alphaModFix/>
          </a:blip>
          <a:stretch>
            <a:fillRect/>
          </a:stretch>
        </p:blipFill>
        <p:spPr>
          <a:xfrm>
            <a:off x="0" y="0"/>
            <a:ext cx="9144003" cy="5143501"/>
          </a:xfrm>
          <a:prstGeom prst="rect">
            <a:avLst/>
          </a:prstGeom>
          <a:noFill/>
          <a:ln>
            <a:noFill/>
          </a:ln>
        </p:spPr>
      </p:pic>
      <p:sp>
        <p:nvSpPr>
          <p:cNvPr id="64" name="Google Shape;64;p11"/>
          <p:cNvSpPr txBox="1"/>
          <p:nvPr>
            <p:ph type="ctrTitle"/>
          </p:nvPr>
        </p:nvSpPr>
        <p:spPr>
          <a:xfrm>
            <a:off x="799475" y="2679125"/>
            <a:ext cx="2292300" cy="577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002676"/>
              </a:buClr>
              <a:buSzPts val="1300"/>
              <a:buFont typeface="Inter Black"/>
              <a:buNone/>
              <a:defRPr sz="1300">
                <a:solidFill>
                  <a:srgbClr val="002676"/>
                </a:solidFill>
                <a:latin typeface="Inter Black"/>
                <a:ea typeface="Inter Black"/>
                <a:cs typeface="Inter Black"/>
                <a:sym typeface="Inter Black"/>
              </a:defRPr>
            </a:lvl1pPr>
            <a:lvl2pPr lvl="1" rtl="0" algn="ctr">
              <a:spcBef>
                <a:spcPts val="0"/>
              </a:spcBef>
              <a:spcAft>
                <a:spcPts val="0"/>
              </a:spcAft>
              <a:buClr>
                <a:srgbClr val="002676"/>
              </a:buClr>
              <a:buSzPts val="1300"/>
              <a:buNone/>
              <a:defRPr sz="1300">
                <a:solidFill>
                  <a:srgbClr val="002676"/>
                </a:solidFill>
              </a:defRPr>
            </a:lvl2pPr>
            <a:lvl3pPr lvl="2" rtl="0" algn="ctr">
              <a:spcBef>
                <a:spcPts val="0"/>
              </a:spcBef>
              <a:spcAft>
                <a:spcPts val="0"/>
              </a:spcAft>
              <a:buClr>
                <a:srgbClr val="002676"/>
              </a:buClr>
              <a:buSzPts val="1300"/>
              <a:buNone/>
              <a:defRPr sz="1300">
                <a:solidFill>
                  <a:srgbClr val="002676"/>
                </a:solidFill>
              </a:defRPr>
            </a:lvl3pPr>
            <a:lvl4pPr lvl="3" rtl="0" algn="ctr">
              <a:spcBef>
                <a:spcPts val="0"/>
              </a:spcBef>
              <a:spcAft>
                <a:spcPts val="0"/>
              </a:spcAft>
              <a:buClr>
                <a:srgbClr val="002676"/>
              </a:buClr>
              <a:buSzPts val="1300"/>
              <a:buNone/>
              <a:defRPr sz="1300">
                <a:solidFill>
                  <a:srgbClr val="002676"/>
                </a:solidFill>
              </a:defRPr>
            </a:lvl4pPr>
            <a:lvl5pPr lvl="4" rtl="0" algn="ctr">
              <a:spcBef>
                <a:spcPts val="0"/>
              </a:spcBef>
              <a:spcAft>
                <a:spcPts val="0"/>
              </a:spcAft>
              <a:buClr>
                <a:srgbClr val="002676"/>
              </a:buClr>
              <a:buSzPts val="1300"/>
              <a:buNone/>
              <a:defRPr sz="1300">
                <a:solidFill>
                  <a:srgbClr val="002676"/>
                </a:solidFill>
              </a:defRPr>
            </a:lvl5pPr>
            <a:lvl6pPr lvl="5" rtl="0" algn="ctr">
              <a:spcBef>
                <a:spcPts val="0"/>
              </a:spcBef>
              <a:spcAft>
                <a:spcPts val="0"/>
              </a:spcAft>
              <a:buClr>
                <a:srgbClr val="002676"/>
              </a:buClr>
              <a:buSzPts val="1300"/>
              <a:buNone/>
              <a:defRPr sz="1300">
                <a:solidFill>
                  <a:srgbClr val="002676"/>
                </a:solidFill>
              </a:defRPr>
            </a:lvl6pPr>
            <a:lvl7pPr lvl="6" rtl="0" algn="ctr">
              <a:spcBef>
                <a:spcPts val="0"/>
              </a:spcBef>
              <a:spcAft>
                <a:spcPts val="0"/>
              </a:spcAft>
              <a:buClr>
                <a:srgbClr val="002676"/>
              </a:buClr>
              <a:buSzPts val="1300"/>
              <a:buNone/>
              <a:defRPr sz="1300">
                <a:solidFill>
                  <a:srgbClr val="002676"/>
                </a:solidFill>
              </a:defRPr>
            </a:lvl7pPr>
            <a:lvl8pPr lvl="7" rtl="0" algn="ctr">
              <a:spcBef>
                <a:spcPts val="0"/>
              </a:spcBef>
              <a:spcAft>
                <a:spcPts val="0"/>
              </a:spcAft>
              <a:buClr>
                <a:srgbClr val="002676"/>
              </a:buClr>
              <a:buSzPts val="1300"/>
              <a:buNone/>
              <a:defRPr sz="1300">
                <a:solidFill>
                  <a:srgbClr val="002676"/>
                </a:solidFill>
              </a:defRPr>
            </a:lvl8pPr>
            <a:lvl9pPr lvl="8" rtl="0" algn="ctr">
              <a:spcBef>
                <a:spcPts val="0"/>
              </a:spcBef>
              <a:spcAft>
                <a:spcPts val="0"/>
              </a:spcAft>
              <a:buClr>
                <a:srgbClr val="002676"/>
              </a:buClr>
              <a:buSzPts val="1300"/>
              <a:buNone/>
              <a:defRPr sz="1300">
                <a:solidFill>
                  <a:srgbClr val="002676"/>
                </a:solidFill>
              </a:defRPr>
            </a:lvl9pPr>
          </a:lstStyle>
          <a:p/>
        </p:txBody>
      </p:sp>
      <p:sp>
        <p:nvSpPr>
          <p:cNvPr id="65" name="Google Shape;65;p11"/>
          <p:cNvSpPr txBox="1"/>
          <p:nvPr>
            <p:ph idx="1" type="subTitle"/>
          </p:nvPr>
        </p:nvSpPr>
        <p:spPr>
          <a:xfrm>
            <a:off x="799475" y="3414175"/>
            <a:ext cx="2292300" cy="393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002676"/>
              </a:buClr>
              <a:buSzPts val="1000"/>
              <a:buFont typeface="Inter Medium"/>
              <a:buNone/>
              <a:defRPr sz="1000">
                <a:solidFill>
                  <a:srgbClr val="002676"/>
                </a:solidFill>
                <a:latin typeface="Inter Medium"/>
                <a:ea typeface="Inter Medium"/>
                <a:cs typeface="Inter Medium"/>
                <a:sym typeface="Inter Medium"/>
              </a:defRPr>
            </a:lvl1pPr>
            <a:lvl2pPr lvl="1" rtl="0" algn="ctr">
              <a:lnSpc>
                <a:spcPct val="100000"/>
              </a:lnSpc>
              <a:spcBef>
                <a:spcPts val="0"/>
              </a:spcBef>
              <a:spcAft>
                <a:spcPts val="0"/>
              </a:spcAft>
              <a:buClr>
                <a:srgbClr val="002676"/>
              </a:buClr>
              <a:buSzPts val="1000"/>
              <a:buNone/>
              <a:defRPr sz="1000">
                <a:solidFill>
                  <a:srgbClr val="002676"/>
                </a:solidFill>
              </a:defRPr>
            </a:lvl2pPr>
            <a:lvl3pPr lvl="2" rtl="0" algn="ctr">
              <a:lnSpc>
                <a:spcPct val="100000"/>
              </a:lnSpc>
              <a:spcBef>
                <a:spcPts val="0"/>
              </a:spcBef>
              <a:spcAft>
                <a:spcPts val="0"/>
              </a:spcAft>
              <a:buClr>
                <a:srgbClr val="002676"/>
              </a:buClr>
              <a:buSzPts val="1000"/>
              <a:buNone/>
              <a:defRPr sz="1000">
                <a:solidFill>
                  <a:srgbClr val="002676"/>
                </a:solidFill>
              </a:defRPr>
            </a:lvl3pPr>
            <a:lvl4pPr lvl="3" rtl="0" algn="ctr">
              <a:lnSpc>
                <a:spcPct val="100000"/>
              </a:lnSpc>
              <a:spcBef>
                <a:spcPts val="0"/>
              </a:spcBef>
              <a:spcAft>
                <a:spcPts val="0"/>
              </a:spcAft>
              <a:buClr>
                <a:srgbClr val="002676"/>
              </a:buClr>
              <a:buSzPts val="1000"/>
              <a:buNone/>
              <a:defRPr sz="1000">
                <a:solidFill>
                  <a:srgbClr val="002676"/>
                </a:solidFill>
              </a:defRPr>
            </a:lvl4pPr>
            <a:lvl5pPr lvl="4" rtl="0" algn="ctr">
              <a:lnSpc>
                <a:spcPct val="100000"/>
              </a:lnSpc>
              <a:spcBef>
                <a:spcPts val="0"/>
              </a:spcBef>
              <a:spcAft>
                <a:spcPts val="0"/>
              </a:spcAft>
              <a:buClr>
                <a:srgbClr val="002676"/>
              </a:buClr>
              <a:buSzPts val="1000"/>
              <a:buNone/>
              <a:defRPr sz="1000">
                <a:solidFill>
                  <a:srgbClr val="002676"/>
                </a:solidFill>
              </a:defRPr>
            </a:lvl5pPr>
            <a:lvl6pPr lvl="5" rtl="0" algn="ctr">
              <a:lnSpc>
                <a:spcPct val="100000"/>
              </a:lnSpc>
              <a:spcBef>
                <a:spcPts val="0"/>
              </a:spcBef>
              <a:spcAft>
                <a:spcPts val="0"/>
              </a:spcAft>
              <a:buClr>
                <a:srgbClr val="002676"/>
              </a:buClr>
              <a:buSzPts val="1000"/>
              <a:buNone/>
              <a:defRPr sz="1000">
                <a:solidFill>
                  <a:srgbClr val="002676"/>
                </a:solidFill>
              </a:defRPr>
            </a:lvl6pPr>
            <a:lvl7pPr lvl="6" rtl="0" algn="ctr">
              <a:lnSpc>
                <a:spcPct val="100000"/>
              </a:lnSpc>
              <a:spcBef>
                <a:spcPts val="0"/>
              </a:spcBef>
              <a:spcAft>
                <a:spcPts val="0"/>
              </a:spcAft>
              <a:buClr>
                <a:srgbClr val="002676"/>
              </a:buClr>
              <a:buSzPts val="1000"/>
              <a:buNone/>
              <a:defRPr sz="1000">
                <a:solidFill>
                  <a:srgbClr val="002676"/>
                </a:solidFill>
              </a:defRPr>
            </a:lvl7pPr>
            <a:lvl8pPr lvl="7" rtl="0" algn="ctr">
              <a:lnSpc>
                <a:spcPct val="100000"/>
              </a:lnSpc>
              <a:spcBef>
                <a:spcPts val="0"/>
              </a:spcBef>
              <a:spcAft>
                <a:spcPts val="0"/>
              </a:spcAft>
              <a:buClr>
                <a:srgbClr val="002676"/>
              </a:buClr>
              <a:buSzPts val="1000"/>
              <a:buNone/>
              <a:defRPr sz="1000">
                <a:solidFill>
                  <a:srgbClr val="002676"/>
                </a:solidFill>
              </a:defRPr>
            </a:lvl8pPr>
            <a:lvl9pPr lvl="8" rtl="0" algn="ctr">
              <a:lnSpc>
                <a:spcPct val="100000"/>
              </a:lnSpc>
              <a:spcBef>
                <a:spcPts val="0"/>
              </a:spcBef>
              <a:spcAft>
                <a:spcPts val="0"/>
              </a:spcAft>
              <a:buClr>
                <a:srgbClr val="002676"/>
              </a:buClr>
              <a:buSzPts val="1000"/>
              <a:buNone/>
              <a:defRPr sz="1000">
                <a:solidFill>
                  <a:srgbClr val="002676"/>
                </a:solidFill>
              </a:defRPr>
            </a:lvl9pPr>
          </a:lstStyle>
          <a:p/>
        </p:txBody>
      </p:sp>
      <p:sp>
        <p:nvSpPr>
          <p:cNvPr id="66" name="Google Shape;6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7" name="Google Shape;67;p11"/>
          <p:cNvSpPr/>
          <p:nvPr>
            <p:ph idx="2" type="pic"/>
          </p:nvPr>
        </p:nvSpPr>
        <p:spPr>
          <a:xfrm>
            <a:off x="1310375" y="1123675"/>
            <a:ext cx="1216500" cy="1216500"/>
          </a:xfrm>
          <a:prstGeom prst="ellipse">
            <a:avLst/>
          </a:prstGeom>
          <a:noFill/>
          <a:ln>
            <a:noFill/>
          </a:ln>
        </p:spPr>
      </p:sp>
      <p:sp>
        <p:nvSpPr>
          <p:cNvPr id="68" name="Google Shape;68;p11"/>
          <p:cNvSpPr txBox="1"/>
          <p:nvPr>
            <p:ph idx="3" type="ctrTitle"/>
          </p:nvPr>
        </p:nvSpPr>
        <p:spPr>
          <a:xfrm>
            <a:off x="3425850" y="2679125"/>
            <a:ext cx="2292300" cy="577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002676"/>
              </a:buClr>
              <a:buSzPts val="1300"/>
              <a:buFont typeface="Inter Black"/>
              <a:buNone/>
              <a:defRPr sz="1300">
                <a:solidFill>
                  <a:srgbClr val="002676"/>
                </a:solidFill>
                <a:latin typeface="Inter Black"/>
                <a:ea typeface="Inter Black"/>
                <a:cs typeface="Inter Black"/>
                <a:sym typeface="Inter Black"/>
              </a:defRPr>
            </a:lvl1pPr>
            <a:lvl2pPr lvl="1" rtl="0" algn="ctr">
              <a:spcBef>
                <a:spcPts val="0"/>
              </a:spcBef>
              <a:spcAft>
                <a:spcPts val="0"/>
              </a:spcAft>
              <a:buClr>
                <a:srgbClr val="002676"/>
              </a:buClr>
              <a:buSzPts val="1300"/>
              <a:buNone/>
              <a:defRPr sz="1300">
                <a:solidFill>
                  <a:srgbClr val="002676"/>
                </a:solidFill>
              </a:defRPr>
            </a:lvl2pPr>
            <a:lvl3pPr lvl="2" rtl="0" algn="ctr">
              <a:spcBef>
                <a:spcPts val="0"/>
              </a:spcBef>
              <a:spcAft>
                <a:spcPts val="0"/>
              </a:spcAft>
              <a:buClr>
                <a:srgbClr val="002676"/>
              </a:buClr>
              <a:buSzPts val="1300"/>
              <a:buNone/>
              <a:defRPr sz="1300">
                <a:solidFill>
                  <a:srgbClr val="002676"/>
                </a:solidFill>
              </a:defRPr>
            </a:lvl3pPr>
            <a:lvl4pPr lvl="3" rtl="0" algn="ctr">
              <a:spcBef>
                <a:spcPts val="0"/>
              </a:spcBef>
              <a:spcAft>
                <a:spcPts val="0"/>
              </a:spcAft>
              <a:buClr>
                <a:srgbClr val="002676"/>
              </a:buClr>
              <a:buSzPts val="1300"/>
              <a:buNone/>
              <a:defRPr sz="1300">
                <a:solidFill>
                  <a:srgbClr val="002676"/>
                </a:solidFill>
              </a:defRPr>
            </a:lvl4pPr>
            <a:lvl5pPr lvl="4" rtl="0" algn="ctr">
              <a:spcBef>
                <a:spcPts val="0"/>
              </a:spcBef>
              <a:spcAft>
                <a:spcPts val="0"/>
              </a:spcAft>
              <a:buClr>
                <a:srgbClr val="002676"/>
              </a:buClr>
              <a:buSzPts val="1300"/>
              <a:buNone/>
              <a:defRPr sz="1300">
                <a:solidFill>
                  <a:srgbClr val="002676"/>
                </a:solidFill>
              </a:defRPr>
            </a:lvl5pPr>
            <a:lvl6pPr lvl="5" rtl="0" algn="ctr">
              <a:spcBef>
                <a:spcPts val="0"/>
              </a:spcBef>
              <a:spcAft>
                <a:spcPts val="0"/>
              </a:spcAft>
              <a:buClr>
                <a:srgbClr val="002676"/>
              </a:buClr>
              <a:buSzPts val="1300"/>
              <a:buNone/>
              <a:defRPr sz="1300">
                <a:solidFill>
                  <a:srgbClr val="002676"/>
                </a:solidFill>
              </a:defRPr>
            </a:lvl6pPr>
            <a:lvl7pPr lvl="6" rtl="0" algn="ctr">
              <a:spcBef>
                <a:spcPts val="0"/>
              </a:spcBef>
              <a:spcAft>
                <a:spcPts val="0"/>
              </a:spcAft>
              <a:buClr>
                <a:srgbClr val="002676"/>
              </a:buClr>
              <a:buSzPts val="1300"/>
              <a:buNone/>
              <a:defRPr sz="1300">
                <a:solidFill>
                  <a:srgbClr val="002676"/>
                </a:solidFill>
              </a:defRPr>
            </a:lvl7pPr>
            <a:lvl8pPr lvl="7" rtl="0" algn="ctr">
              <a:spcBef>
                <a:spcPts val="0"/>
              </a:spcBef>
              <a:spcAft>
                <a:spcPts val="0"/>
              </a:spcAft>
              <a:buClr>
                <a:srgbClr val="002676"/>
              </a:buClr>
              <a:buSzPts val="1300"/>
              <a:buNone/>
              <a:defRPr sz="1300">
                <a:solidFill>
                  <a:srgbClr val="002676"/>
                </a:solidFill>
              </a:defRPr>
            </a:lvl8pPr>
            <a:lvl9pPr lvl="8" rtl="0" algn="ctr">
              <a:spcBef>
                <a:spcPts val="0"/>
              </a:spcBef>
              <a:spcAft>
                <a:spcPts val="0"/>
              </a:spcAft>
              <a:buClr>
                <a:srgbClr val="002676"/>
              </a:buClr>
              <a:buSzPts val="1300"/>
              <a:buNone/>
              <a:defRPr sz="1300">
                <a:solidFill>
                  <a:srgbClr val="002676"/>
                </a:solidFill>
              </a:defRPr>
            </a:lvl9pPr>
          </a:lstStyle>
          <a:p/>
        </p:txBody>
      </p:sp>
      <p:sp>
        <p:nvSpPr>
          <p:cNvPr id="69" name="Google Shape;69;p11"/>
          <p:cNvSpPr txBox="1"/>
          <p:nvPr>
            <p:ph idx="4" type="subTitle"/>
          </p:nvPr>
        </p:nvSpPr>
        <p:spPr>
          <a:xfrm>
            <a:off x="3425850" y="3414175"/>
            <a:ext cx="2292300" cy="393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002676"/>
              </a:buClr>
              <a:buSzPts val="1000"/>
              <a:buFont typeface="Inter Medium"/>
              <a:buNone/>
              <a:defRPr sz="1000">
                <a:solidFill>
                  <a:srgbClr val="002676"/>
                </a:solidFill>
                <a:latin typeface="Inter Medium"/>
                <a:ea typeface="Inter Medium"/>
                <a:cs typeface="Inter Medium"/>
                <a:sym typeface="Inter Medium"/>
              </a:defRPr>
            </a:lvl1pPr>
            <a:lvl2pPr lvl="1" rtl="0" algn="ctr">
              <a:lnSpc>
                <a:spcPct val="100000"/>
              </a:lnSpc>
              <a:spcBef>
                <a:spcPts val="0"/>
              </a:spcBef>
              <a:spcAft>
                <a:spcPts val="0"/>
              </a:spcAft>
              <a:buClr>
                <a:srgbClr val="002676"/>
              </a:buClr>
              <a:buSzPts val="1000"/>
              <a:buNone/>
              <a:defRPr sz="1000">
                <a:solidFill>
                  <a:srgbClr val="002676"/>
                </a:solidFill>
              </a:defRPr>
            </a:lvl2pPr>
            <a:lvl3pPr lvl="2" rtl="0" algn="ctr">
              <a:lnSpc>
                <a:spcPct val="100000"/>
              </a:lnSpc>
              <a:spcBef>
                <a:spcPts val="0"/>
              </a:spcBef>
              <a:spcAft>
                <a:spcPts val="0"/>
              </a:spcAft>
              <a:buClr>
                <a:srgbClr val="002676"/>
              </a:buClr>
              <a:buSzPts val="1000"/>
              <a:buNone/>
              <a:defRPr sz="1000">
                <a:solidFill>
                  <a:srgbClr val="002676"/>
                </a:solidFill>
              </a:defRPr>
            </a:lvl3pPr>
            <a:lvl4pPr lvl="3" rtl="0" algn="ctr">
              <a:lnSpc>
                <a:spcPct val="100000"/>
              </a:lnSpc>
              <a:spcBef>
                <a:spcPts val="0"/>
              </a:spcBef>
              <a:spcAft>
                <a:spcPts val="0"/>
              </a:spcAft>
              <a:buClr>
                <a:srgbClr val="002676"/>
              </a:buClr>
              <a:buSzPts val="1000"/>
              <a:buNone/>
              <a:defRPr sz="1000">
                <a:solidFill>
                  <a:srgbClr val="002676"/>
                </a:solidFill>
              </a:defRPr>
            </a:lvl4pPr>
            <a:lvl5pPr lvl="4" rtl="0" algn="ctr">
              <a:lnSpc>
                <a:spcPct val="100000"/>
              </a:lnSpc>
              <a:spcBef>
                <a:spcPts val="0"/>
              </a:spcBef>
              <a:spcAft>
                <a:spcPts val="0"/>
              </a:spcAft>
              <a:buClr>
                <a:srgbClr val="002676"/>
              </a:buClr>
              <a:buSzPts val="1000"/>
              <a:buNone/>
              <a:defRPr sz="1000">
                <a:solidFill>
                  <a:srgbClr val="002676"/>
                </a:solidFill>
              </a:defRPr>
            </a:lvl5pPr>
            <a:lvl6pPr lvl="5" rtl="0" algn="ctr">
              <a:lnSpc>
                <a:spcPct val="100000"/>
              </a:lnSpc>
              <a:spcBef>
                <a:spcPts val="0"/>
              </a:spcBef>
              <a:spcAft>
                <a:spcPts val="0"/>
              </a:spcAft>
              <a:buClr>
                <a:srgbClr val="002676"/>
              </a:buClr>
              <a:buSzPts val="1000"/>
              <a:buNone/>
              <a:defRPr sz="1000">
                <a:solidFill>
                  <a:srgbClr val="002676"/>
                </a:solidFill>
              </a:defRPr>
            </a:lvl6pPr>
            <a:lvl7pPr lvl="6" rtl="0" algn="ctr">
              <a:lnSpc>
                <a:spcPct val="100000"/>
              </a:lnSpc>
              <a:spcBef>
                <a:spcPts val="0"/>
              </a:spcBef>
              <a:spcAft>
                <a:spcPts val="0"/>
              </a:spcAft>
              <a:buClr>
                <a:srgbClr val="002676"/>
              </a:buClr>
              <a:buSzPts val="1000"/>
              <a:buNone/>
              <a:defRPr sz="1000">
                <a:solidFill>
                  <a:srgbClr val="002676"/>
                </a:solidFill>
              </a:defRPr>
            </a:lvl7pPr>
            <a:lvl8pPr lvl="7" rtl="0" algn="ctr">
              <a:lnSpc>
                <a:spcPct val="100000"/>
              </a:lnSpc>
              <a:spcBef>
                <a:spcPts val="0"/>
              </a:spcBef>
              <a:spcAft>
                <a:spcPts val="0"/>
              </a:spcAft>
              <a:buClr>
                <a:srgbClr val="002676"/>
              </a:buClr>
              <a:buSzPts val="1000"/>
              <a:buNone/>
              <a:defRPr sz="1000">
                <a:solidFill>
                  <a:srgbClr val="002676"/>
                </a:solidFill>
              </a:defRPr>
            </a:lvl8pPr>
            <a:lvl9pPr lvl="8" rtl="0" algn="ctr">
              <a:lnSpc>
                <a:spcPct val="100000"/>
              </a:lnSpc>
              <a:spcBef>
                <a:spcPts val="0"/>
              </a:spcBef>
              <a:spcAft>
                <a:spcPts val="0"/>
              </a:spcAft>
              <a:buClr>
                <a:srgbClr val="002676"/>
              </a:buClr>
              <a:buSzPts val="1000"/>
              <a:buNone/>
              <a:defRPr sz="1000">
                <a:solidFill>
                  <a:srgbClr val="002676"/>
                </a:solidFill>
              </a:defRPr>
            </a:lvl9pPr>
          </a:lstStyle>
          <a:p/>
        </p:txBody>
      </p:sp>
      <p:sp>
        <p:nvSpPr>
          <p:cNvPr id="70" name="Google Shape;70;p11"/>
          <p:cNvSpPr/>
          <p:nvPr>
            <p:ph idx="5" type="pic"/>
          </p:nvPr>
        </p:nvSpPr>
        <p:spPr>
          <a:xfrm>
            <a:off x="3936750" y="1123675"/>
            <a:ext cx="1216500" cy="1216500"/>
          </a:xfrm>
          <a:prstGeom prst="ellipse">
            <a:avLst/>
          </a:prstGeom>
          <a:noFill/>
          <a:ln>
            <a:noFill/>
          </a:ln>
        </p:spPr>
      </p:sp>
      <p:sp>
        <p:nvSpPr>
          <p:cNvPr id="71" name="Google Shape;71;p11"/>
          <p:cNvSpPr txBox="1"/>
          <p:nvPr>
            <p:ph idx="6" type="ctrTitle"/>
          </p:nvPr>
        </p:nvSpPr>
        <p:spPr>
          <a:xfrm>
            <a:off x="6052225" y="2679125"/>
            <a:ext cx="2292300" cy="577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002676"/>
              </a:buClr>
              <a:buSzPts val="1300"/>
              <a:buFont typeface="Inter Black"/>
              <a:buNone/>
              <a:defRPr sz="1300">
                <a:solidFill>
                  <a:srgbClr val="002676"/>
                </a:solidFill>
                <a:latin typeface="Inter Black"/>
                <a:ea typeface="Inter Black"/>
                <a:cs typeface="Inter Black"/>
                <a:sym typeface="Inter Black"/>
              </a:defRPr>
            </a:lvl1pPr>
            <a:lvl2pPr lvl="1" rtl="0" algn="ctr">
              <a:spcBef>
                <a:spcPts val="0"/>
              </a:spcBef>
              <a:spcAft>
                <a:spcPts val="0"/>
              </a:spcAft>
              <a:buClr>
                <a:srgbClr val="002676"/>
              </a:buClr>
              <a:buSzPts val="1300"/>
              <a:buNone/>
              <a:defRPr sz="1300">
                <a:solidFill>
                  <a:srgbClr val="002676"/>
                </a:solidFill>
              </a:defRPr>
            </a:lvl2pPr>
            <a:lvl3pPr lvl="2" rtl="0" algn="ctr">
              <a:spcBef>
                <a:spcPts val="0"/>
              </a:spcBef>
              <a:spcAft>
                <a:spcPts val="0"/>
              </a:spcAft>
              <a:buClr>
                <a:srgbClr val="002676"/>
              </a:buClr>
              <a:buSzPts val="1300"/>
              <a:buNone/>
              <a:defRPr sz="1300">
                <a:solidFill>
                  <a:srgbClr val="002676"/>
                </a:solidFill>
              </a:defRPr>
            </a:lvl3pPr>
            <a:lvl4pPr lvl="3" rtl="0" algn="ctr">
              <a:spcBef>
                <a:spcPts val="0"/>
              </a:spcBef>
              <a:spcAft>
                <a:spcPts val="0"/>
              </a:spcAft>
              <a:buClr>
                <a:srgbClr val="002676"/>
              </a:buClr>
              <a:buSzPts val="1300"/>
              <a:buNone/>
              <a:defRPr sz="1300">
                <a:solidFill>
                  <a:srgbClr val="002676"/>
                </a:solidFill>
              </a:defRPr>
            </a:lvl4pPr>
            <a:lvl5pPr lvl="4" rtl="0" algn="ctr">
              <a:spcBef>
                <a:spcPts val="0"/>
              </a:spcBef>
              <a:spcAft>
                <a:spcPts val="0"/>
              </a:spcAft>
              <a:buClr>
                <a:srgbClr val="002676"/>
              </a:buClr>
              <a:buSzPts val="1300"/>
              <a:buNone/>
              <a:defRPr sz="1300">
                <a:solidFill>
                  <a:srgbClr val="002676"/>
                </a:solidFill>
              </a:defRPr>
            </a:lvl5pPr>
            <a:lvl6pPr lvl="5" rtl="0" algn="ctr">
              <a:spcBef>
                <a:spcPts val="0"/>
              </a:spcBef>
              <a:spcAft>
                <a:spcPts val="0"/>
              </a:spcAft>
              <a:buClr>
                <a:srgbClr val="002676"/>
              </a:buClr>
              <a:buSzPts val="1300"/>
              <a:buNone/>
              <a:defRPr sz="1300">
                <a:solidFill>
                  <a:srgbClr val="002676"/>
                </a:solidFill>
              </a:defRPr>
            </a:lvl6pPr>
            <a:lvl7pPr lvl="6" rtl="0" algn="ctr">
              <a:spcBef>
                <a:spcPts val="0"/>
              </a:spcBef>
              <a:spcAft>
                <a:spcPts val="0"/>
              </a:spcAft>
              <a:buClr>
                <a:srgbClr val="002676"/>
              </a:buClr>
              <a:buSzPts val="1300"/>
              <a:buNone/>
              <a:defRPr sz="1300">
                <a:solidFill>
                  <a:srgbClr val="002676"/>
                </a:solidFill>
              </a:defRPr>
            </a:lvl7pPr>
            <a:lvl8pPr lvl="7" rtl="0" algn="ctr">
              <a:spcBef>
                <a:spcPts val="0"/>
              </a:spcBef>
              <a:spcAft>
                <a:spcPts val="0"/>
              </a:spcAft>
              <a:buClr>
                <a:srgbClr val="002676"/>
              </a:buClr>
              <a:buSzPts val="1300"/>
              <a:buNone/>
              <a:defRPr sz="1300">
                <a:solidFill>
                  <a:srgbClr val="002676"/>
                </a:solidFill>
              </a:defRPr>
            </a:lvl8pPr>
            <a:lvl9pPr lvl="8" rtl="0" algn="ctr">
              <a:spcBef>
                <a:spcPts val="0"/>
              </a:spcBef>
              <a:spcAft>
                <a:spcPts val="0"/>
              </a:spcAft>
              <a:buClr>
                <a:srgbClr val="002676"/>
              </a:buClr>
              <a:buSzPts val="1300"/>
              <a:buNone/>
              <a:defRPr sz="1300">
                <a:solidFill>
                  <a:srgbClr val="002676"/>
                </a:solidFill>
              </a:defRPr>
            </a:lvl9pPr>
          </a:lstStyle>
          <a:p/>
        </p:txBody>
      </p:sp>
      <p:sp>
        <p:nvSpPr>
          <p:cNvPr id="72" name="Google Shape;72;p11"/>
          <p:cNvSpPr txBox="1"/>
          <p:nvPr>
            <p:ph idx="7" type="subTitle"/>
          </p:nvPr>
        </p:nvSpPr>
        <p:spPr>
          <a:xfrm>
            <a:off x="6052225" y="3414175"/>
            <a:ext cx="2292300" cy="393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002676"/>
              </a:buClr>
              <a:buSzPts val="1000"/>
              <a:buFont typeface="Inter Medium"/>
              <a:buNone/>
              <a:defRPr sz="1000">
                <a:solidFill>
                  <a:srgbClr val="002676"/>
                </a:solidFill>
                <a:latin typeface="Inter Medium"/>
                <a:ea typeface="Inter Medium"/>
                <a:cs typeface="Inter Medium"/>
                <a:sym typeface="Inter Medium"/>
              </a:defRPr>
            </a:lvl1pPr>
            <a:lvl2pPr lvl="1" rtl="0" algn="ctr">
              <a:lnSpc>
                <a:spcPct val="100000"/>
              </a:lnSpc>
              <a:spcBef>
                <a:spcPts val="0"/>
              </a:spcBef>
              <a:spcAft>
                <a:spcPts val="0"/>
              </a:spcAft>
              <a:buClr>
                <a:srgbClr val="002676"/>
              </a:buClr>
              <a:buSzPts val="1000"/>
              <a:buNone/>
              <a:defRPr sz="1000">
                <a:solidFill>
                  <a:srgbClr val="002676"/>
                </a:solidFill>
              </a:defRPr>
            </a:lvl2pPr>
            <a:lvl3pPr lvl="2" rtl="0" algn="ctr">
              <a:lnSpc>
                <a:spcPct val="100000"/>
              </a:lnSpc>
              <a:spcBef>
                <a:spcPts val="0"/>
              </a:spcBef>
              <a:spcAft>
                <a:spcPts val="0"/>
              </a:spcAft>
              <a:buClr>
                <a:srgbClr val="002676"/>
              </a:buClr>
              <a:buSzPts val="1000"/>
              <a:buNone/>
              <a:defRPr sz="1000">
                <a:solidFill>
                  <a:srgbClr val="002676"/>
                </a:solidFill>
              </a:defRPr>
            </a:lvl3pPr>
            <a:lvl4pPr lvl="3" rtl="0" algn="ctr">
              <a:lnSpc>
                <a:spcPct val="100000"/>
              </a:lnSpc>
              <a:spcBef>
                <a:spcPts val="0"/>
              </a:spcBef>
              <a:spcAft>
                <a:spcPts val="0"/>
              </a:spcAft>
              <a:buClr>
                <a:srgbClr val="002676"/>
              </a:buClr>
              <a:buSzPts val="1000"/>
              <a:buNone/>
              <a:defRPr sz="1000">
                <a:solidFill>
                  <a:srgbClr val="002676"/>
                </a:solidFill>
              </a:defRPr>
            </a:lvl4pPr>
            <a:lvl5pPr lvl="4" rtl="0" algn="ctr">
              <a:lnSpc>
                <a:spcPct val="100000"/>
              </a:lnSpc>
              <a:spcBef>
                <a:spcPts val="0"/>
              </a:spcBef>
              <a:spcAft>
                <a:spcPts val="0"/>
              </a:spcAft>
              <a:buClr>
                <a:srgbClr val="002676"/>
              </a:buClr>
              <a:buSzPts val="1000"/>
              <a:buNone/>
              <a:defRPr sz="1000">
                <a:solidFill>
                  <a:srgbClr val="002676"/>
                </a:solidFill>
              </a:defRPr>
            </a:lvl5pPr>
            <a:lvl6pPr lvl="5" rtl="0" algn="ctr">
              <a:lnSpc>
                <a:spcPct val="100000"/>
              </a:lnSpc>
              <a:spcBef>
                <a:spcPts val="0"/>
              </a:spcBef>
              <a:spcAft>
                <a:spcPts val="0"/>
              </a:spcAft>
              <a:buClr>
                <a:srgbClr val="002676"/>
              </a:buClr>
              <a:buSzPts val="1000"/>
              <a:buNone/>
              <a:defRPr sz="1000">
                <a:solidFill>
                  <a:srgbClr val="002676"/>
                </a:solidFill>
              </a:defRPr>
            </a:lvl6pPr>
            <a:lvl7pPr lvl="6" rtl="0" algn="ctr">
              <a:lnSpc>
                <a:spcPct val="100000"/>
              </a:lnSpc>
              <a:spcBef>
                <a:spcPts val="0"/>
              </a:spcBef>
              <a:spcAft>
                <a:spcPts val="0"/>
              </a:spcAft>
              <a:buClr>
                <a:srgbClr val="002676"/>
              </a:buClr>
              <a:buSzPts val="1000"/>
              <a:buNone/>
              <a:defRPr sz="1000">
                <a:solidFill>
                  <a:srgbClr val="002676"/>
                </a:solidFill>
              </a:defRPr>
            </a:lvl7pPr>
            <a:lvl8pPr lvl="7" rtl="0" algn="ctr">
              <a:lnSpc>
                <a:spcPct val="100000"/>
              </a:lnSpc>
              <a:spcBef>
                <a:spcPts val="0"/>
              </a:spcBef>
              <a:spcAft>
                <a:spcPts val="0"/>
              </a:spcAft>
              <a:buClr>
                <a:srgbClr val="002676"/>
              </a:buClr>
              <a:buSzPts val="1000"/>
              <a:buNone/>
              <a:defRPr sz="1000">
                <a:solidFill>
                  <a:srgbClr val="002676"/>
                </a:solidFill>
              </a:defRPr>
            </a:lvl8pPr>
            <a:lvl9pPr lvl="8" rtl="0" algn="ctr">
              <a:lnSpc>
                <a:spcPct val="100000"/>
              </a:lnSpc>
              <a:spcBef>
                <a:spcPts val="0"/>
              </a:spcBef>
              <a:spcAft>
                <a:spcPts val="0"/>
              </a:spcAft>
              <a:buClr>
                <a:srgbClr val="002676"/>
              </a:buClr>
              <a:buSzPts val="1000"/>
              <a:buNone/>
              <a:defRPr sz="1000">
                <a:solidFill>
                  <a:srgbClr val="002676"/>
                </a:solidFill>
              </a:defRPr>
            </a:lvl9pPr>
          </a:lstStyle>
          <a:p/>
        </p:txBody>
      </p:sp>
      <p:sp>
        <p:nvSpPr>
          <p:cNvPr id="73" name="Google Shape;73;p11"/>
          <p:cNvSpPr/>
          <p:nvPr>
            <p:ph idx="8" type="pic"/>
          </p:nvPr>
        </p:nvSpPr>
        <p:spPr>
          <a:xfrm>
            <a:off x="6563125" y="1123675"/>
            <a:ext cx="1216500" cy="1216500"/>
          </a:xfrm>
          <a:prstGeom prst="ellipse">
            <a:avLst/>
          </a:prstGeom>
          <a:noFill/>
          <a:ln>
            <a:noFill/>
          </a:ln>
        </p:spPr>
      </p:sp>
    </p:spTree>
  </p:cSld>
  <p:clrMapOvr>
    <a:masterClrMapping/>
  </p:clrMapOvr>
  <p:extLst>
    <p:ext uri="{DCECCB84-F9BA-43D5-87BE-67443E8EF086}">
      <p15:sldGuideLst>
        <p15:guide id="1" pos="576">
          <p15:clr>
            <a:srgbClr val="E46962"/>
          </p15:clr>
        </p15:guide>
        <p15:guide id="2" orient="horz" pos="576">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Four presenters">
  <p:cSld name="TITLE_2_2_1_1_2_1_1">
    <p:spTree>
      <p:nvGrpSpPr>
        <p:cNvPr id="74" name="Shape 74"/>
        <p:cNvGrpSpPr/>
        <p:nvPr/>
      </p:nvGrpSpPr>
      <p:grpSpPr>
        <a:xfrm>
          <a:off x="0" y="0"/>
          <a:ext cx="0" cy="0"/>
          <a:chOff x="0" y="0"/>
          <a:chExt cx="0" cy="0"/>
        </a:xfrm>
      </p:grpSpPr>
      <p:pic>
        <p:nvPicPr>
          <p:cNvPr id="75" name="Google Shape;75;p12"/>
          <p:cNvPicPr preferRelativeResize="0"/>
          <p:nvPr/>
        </p:nvPicPr>
        <p:blipFill>
          <a:blip r:embed="rId2">
            <a:alphaModFix/>
          </a:blip>
          <a:stretch>
            <a:fillRect/>
          </a:stretch>
        </p:blipFill>
        <p:spPr>
          <a:xfrm>
            <a:off x="0" y="0"/>
            <a:ext cx="9144003" cy="5143501"/>
          </a:xfrm>
          <a:prstGeom prst="rect">
            <a:avLst/>
          </a:prstGeom>
          <a:noFill/>
          <a:ln>
            <a:noFill/>
          </a:ln>
        </p:spPr>
      </p:pic>
      <p:sp>
        <p:nvSpPr>
          <p:cNvPr id="76" name="Google Shape;76;p12"/>
          <p:cNvSpPr txBox="1"/>
          <p:nvPr>
            <p:ph type="ctrTitle"/>
          </p:nvPr>
        </p:nvSpPr>
        <p:spPr>
          <a:xfrm>
            <a:off x="2365325" y="1123675"/>
            <a:ext cx="1986000" cy="577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2676"/>
              </a:buClr>
              <a:buSzPts val="1300"/>
              <a:buFont typeface="Inter Black"/>
              <a:buNone/>
              <a:defRPr sz="1300">
                <a:solidFill>
                  <a:srgbClr val="002676"/>
                </a:solidFill>
                <a:latin typeface="Inter Black"/>
                <a:ea typeface="Inter Black"/>
                <a:cs typeface="Inter Black"/>
                <a:sym typeface="Inter Black"/>
              </a:defRPr>
            </a:lvl1pPr>
            <a:lvl2pPr lvl="1" rtl="0" algn="ctr">
              <a:spcBef>
                <a:spcPts val="0"/>
              </a:spcBef>
              <a:spcAft>
                <a:spcPts val="0"/>
              </a:spcAft>
              <a:buClr>
                <a:srgbClr val="002676"/>
              </a:buClr>
              <a:buSzPts val="1300"/>
              <a:buNone/>
              <a:defRPr sz="1300">
                <a:solidFill>
                  <a:srgbClr val="002676"/>
                </a:solidFill>
              </a:defRPr>
            </a:lvl2pPr>
            <a:lvl3pPr lvl="2" rtl="0" algn="ctr">
              <a:spcBef>
                <a:spcPts val="0"/>
              </a:spcBef>
              <a:spcAft>
                <a:spcPts val="0"/>
              </a:spcAft>
              <a:buClr>
                <a:srgbClr val="002676"/>
              </a:buClr>
              <a:buSzPts val="1300"/>
              <a:buNone/>
              <a:defRPr sz="1300">
                <a:solidFill>
                  <a:srgbClr val="002676"/>
                </a:solidFill>
              </a:defRPr>
            </a:lvl3pPr>
            <a:lvl4pPr lvl="3" rtl="0" algn="ctr">
              <a:spcBef>
                <a:spcPts val="0"/>
              </a:spcBef>
              <a:spcAft>
                <a:spcPts val="0"/>
              </a:spcAft>
              <a:buClr>
                <a:srgbClr val="002676"/>
              </a:buClr>
              <a:buSzPts val="1300"/>
              <a:buNone/>
              <a:defRPr sz="1300">
                <a:solidFill>
                  <a:srgbClr val="002676"/>
                </a:solidFill>
              </a:defRPr>
            </a:lvl4pPr>
            <a:lvl5pPr lvl="4" rtl="0" algn="ctr">
              <a:spcBef>
                <a:spcPts val="0"/>
              </a:spcBef>
              <a:spcAft>
                <a:spcPts val="0"/>
              </a:spcAft>
              <a:buClr>
                <a:srgbClr val="002676"/>
              </a:buClr>
              <a:buSzPts val="1300"/>
              <a:buNone/>
              <a:defRPr sz="1300">
                <a:solidFill>
                  <a:srgbClr val="002676"/>
                </a:solidFill>
              </a:defRPr>
            </a:lvl5pPr>
            <a:lvl6pPr lvl="5" rtl="0" algn="ctr">
              <a:spcBef>
                <a:spcPts val="0"/>
              </a:spcBef>
              <a:spcAft>
                <a:spcPts val="0"/>
              </a:spcAft>
              <a:buClr>
                <a:srgbClr val="002676"/>
              </a:buClr>
              <a:buSzPts val="1300"/>
              <a:buNone/>
              <a:defRPr sz="1300">
                <a:solidFill>
                  <a:srgbClr val="002676"/>
                </a:solidFill>
              </a:defRPr>
            </a:lvl6pPr>
            <a:lvl7pPr lvl="6" rtl="0" algn="ctr">
              <a:spcBef>
                <a:spcPts val="0"/>
              </a:spcBef>
              <a:spcAft>
                <a:spcPts val="0"/>
              </a:spcAft>
              <a:buClr>
                <a:srgbClr val="002676"/>
              </a:buClr>
              <a:buSzPts val="1300"/>
              <a:buNone/>
              <a:defRPr sz="1300">
                <a:solidFill>
                  <a:srgbClr val="002676"/>
                </a:solidFill>
              </a:defRPr>
            </a:lvl7pPr>
            <a:lvl8pPr lvl="7" rtl="0" algn="ctr">
              <a:spcBef>
                <a:spcPts val="0"/>
              </a:spcBef>
              <a:spcAft>
                <a:spcPts val="0"/>
              </a:spcAft>
              <a:buClr>
                <a:srgbClr val="002676"/>
              </a:buClr>
              <a:buSzPts val="1300"/>
              <a:buNone/>
              <a:defRPr sz="1300">
                <a:solidFill>
                  <a:srgbClr val="002676"/>
                </a:solidFill>
              </a:defRPr>
            </a:lvl8pPr>
            <a:lvl9pPr lvl="8" rtl="0" algn="ctr">
              <a:spcBef>
                <a:spcPts val="0"/>
              </a:spcBef>
              <a:spcAft>
                <a:spcPts val="0"/>
              </a:spcAft>
              <a:buClr>
                <a:srgbClr val="002676"/>
              </a:buClr>
              <a:buSzPts val="1300"/>
              <a:buNone/>
              <a:defRPr sz="1300">
                <a:solidFill>
                  <a:srgbClr val="002676"/>
                </a:solidFill>
              </a:defRPr>
            </a:lvl9pPr>
          </a:lstStyle>
          <a:p/>
        </p:txBody>
      </p:sp>
      <p:sp>
        <p:nvSpPr>
          <p:cNvPr id="77" name="Google Shape;77;p12"/>
          <p:cNvSpPr txBox="1"/>
          <p:nvPr>
            <p:ph idx="1" type="subTitle"/>
          </p:nvPr>
        </p:nvSpPr>
        <p:spPr>
          <a:xfrm>
            <a:off x="2365250" y="1701475"/>
            <a:ext cx="2166300" cy="3936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002676"/>
              </a:buClr>
              <a:buSzPts val="1000"/>
              <a:buFont typeface="Inter Medium"/>
              <a:buNone/>
              <a:defRPr sz="1000">
                <a:solidFill>
                  <a:srgbClr val="002676"/>
                </a:solidFill>
                <a:latin typeface="Inter Medium"/>
                <a:ea typeface="Inter Medium"/>
                <a:cs typeface="Inter Medium"/>
                <a:sym typeface="Inter Medium"/>
              </a:defRPr>
            </a:lvl1pPr>
            <a:lvl2pPr lvl="1" rtl="0">
              <a:lnSpc>
                <a:spcPct val="100000"/>
              </a:lnSpc>
              <a:spcBef>
                <a:spcPts val="0"/>
              </a:spcBef>
              <a:spcAft>
                <a:spcPts val="0"/>
              </a:spcAft>
              <a:buClr>
                <a:srgbClr val="002676"/>
              </a:buClr>
              <a:buSzPts val="1000"/>
              <a:buNone/>
              <a:defRPr sz="1000">
                <a:solidFill>
                  <a:srgbClr val="002676"/>
                </a:solidFill>
              </a:defRPr>
            </a:lvl2pPr>
            <a:lvl3pPr lvl="2" rtl="0">
              <a:lnSpc>
                <a:spcPct val="100000"/>
              </a:lnSpc>
              <a:spcBef>
                <a:spcPts val="0"/>
              </a:spcBef>
              <a:spcAft>
                <a:spcPts val="0"/>
              </a:spcAft>
              <a:buClr>
                <a:srgbClr val="002676"/>
              </a:buClr>
              <a:buSzPts val="1000"/>
              <a:buNone/>
              <a:defRPr sz="1000">
                <a:solidFill>
                  <a:srgbClr val="002676"/>
                </a:solidFill>
              </a:defRPr>
            </a:lvl3pPr>
            <a:lvl4pPr lvl="3" rtl="0">
              <a:lnSpc>
                <a:spcPct val="100000"/>
              </a:lnSpc>
              <a:spcBef>
                <a:spcPts val="0"/>
              </a:spcBef>
              <a:spcAft>
                <a:spcPts val="0"/>
              </a:spcAft>
              <a:buClr>
                <a:srgbClr val="002676"/>
              </a:buClr>
              <a:buSzPts val="1000"/>
              <a:buNone/>
              <a:defRPr sz="1000">
                <a:solidFill>
                  <a:srgbClr val="002676"/>
                </a:solidFill>
              </a:defRPr>
            </a:lvl4pPr>
            <a:lvl5pPr lvl="4" rtl="0">
              <a:lnSpc>
                <a:spcPct val="100000"/>
              </a:lnSpc>
              <a:spcBef>
                <a:spcPts val="0"/>
              </a:spcBef>
              <a:spcAft>
                <a:spcPts val="0"/>
              </a:spcAft>
              <a:buClr>
                <a:srgbClr val="002676"/>
              </a:buClr>
              <a:buSzPts val="1000"/>
              <a:buNone/>
              <a:defRPr sz="1000">
                <a:solidFill>
                  <a:srgbClr val="002676"/>
                </a:solidFill>
              </a:defRPr>
            </a:lvl5pPr>
            <a:lvl6pPr lvl="5" rtl="0">
              <a:lnSpc>
                <a:spcPct val="100000"/>
              </a:lnSpc>
              <a:spcBef>
                <a:spcPts val="0"/>
              </a:spcBef>
              <a:spcAft>
                <a:spcPts val="0"/>
              </a:spcAft>
              <a:buClr>
                <a:srgbClr val="002676"/>
              </a:buClr>
              <a:buSzPts val="1000"/>
              <a:buNone/>
              <a:defRPr sz="1000">
                <a:solidFill>
                  <a:srgbClr val="002676"/>
                </a:solidFill>
              </a:defRPr>
            </a:lvl6pPr>
            <a:lvl7pPr lvl="6" rtl="0">
              <a:lnSpc>
                <a:spcPct val="100000"/>
              </a:lnSpc>
              <a:spcBef>
                <a:spcPts val="0"/>
              </a:spcBef>
              <a:spcAft>
                <a:spcPts val="0"/>
              </a:spcAft>
              <a:buClr>
                <a:srgbClr val="002676"/>
              </a:buClr>
              <a:buSzPts val="1000"/>
              <a:buNone/>
              <a:defRPr sz="1000">
                <a:solidFill>
                  <a:srgbClr val="002676"/>
                </a:solidFill>
              </a:defRPr>
            </a:lvl7pPr>
            <a:lvl8pPr lvl="7" rtl="0">
              <a:lnSpc>
                <a:spcPct val="100000"/>
              </a:lnSpc>
              <a:spcBef>
                <a:spcPts val="0"/>
              </a:spcBef>
              <a:spcAft>
                <a:spcPts val="0"/>
              </a:spcAft>
              <a:buClr>
                <a:srgbClr val="002676"/>
              </a:buClr>
              <a:buSzPts val="1000"/>
              <a:buNone/>
              <a:defRPr sz="1000">
                <a:solidFill>
                  <a:srgbClr val="002676"/>
                </a:solidFill>
              </a:defRPr>
            </a:lvl8pPr>
            <a:lvl9pPr lvl="8" rtl="0">
              <a:lnSpc>
                <a:spcPct val="100000"/>
              </a:lnSpc>
              <a:spcBef>
                <a:spcPts val="0"/>
              </a:spcBef>
              <a:spcAft>
                <a:spcPts val="0"/>
              </a:spcAft>
              <a:buClr>
                <a:srgbClr val="002676"/>
              </a:buClr>
              <a:buSzPts val="1000"/>
              <a:buNone/>
              <a:defRPr sz="1000">
                <a:solidFill>
                  <a:srgbClr val="002676"/>
                </a:solidFill>
              </a:defRPr>
            </a:lvl9pPr>
          </a:lstStyle>
          <a:p/>
        </p:txBody>
      </p:sp>
      <p:sp>
        <p:nvSpPr>
          <p:cNvPr id="78" name="Google Shape;7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2"/>
          <p:cNvSpPr/>
          <p:nvPr>
            <p:ph idx="2" type="pic"/>
          </p:nvPr>
        </p:nvSpPr>
        <p:spPr>
          <a:xfrm>
            <a:off x="914400" y="1123675"/>
            <a:ext cx="1216500" cy="1216500"/>
          </a:xfrm>
          <a:prstGeom prst="ellipse">
            <a:avLst/>
          </a:prstGeom>
          <a:noFill/>
          <a:ln>
            <a:noFill/>
          </a:ln>
        </p:spPr>
      </p:sp>
      <p:sp>
        <p:nvSpPr>
          <p:cNvPr id="80" name="Google Shape;80;p12"/>
          <p:cNvSpPr txBox="1"/>
          <p:nvPr>
            <p:ph idx="3" type="ctrTitle"/>
          </p:nvPr>
        </p:nvSpPr>
        <p:spPr>
          <a:xfrm>
            <a:off x="6175325" y="1123675"/>
            <a:ext cx="1986000" cy="577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2676"/>
              </a:buClr>
              <a:buSzPts val="1300"/>
              <a:buFont typeface="Inter Black"/>
              <a:buNone/>
              <a:defRPr sz="1300">
                <a:solidFill>
                  <a:srgbClr val="002676"/>
                </a:solidFill>
                <a:latin typeface="Inter Black"/>
                <a:ea typeface="Inter Black"/>
                <a:cs typeface="Inter Black"/>
                <a:sym typeface="Inter Black"/>
              </a:defRPr>
            </a:lvl1pPr>
            <a:lvl2pPr lvl="1" rtl="0" algn="ctr">
              <a:spcBef>
                <a:spcPts val="0"/>
              </a:spcBef>
              <a:spcAft>
                <a:spcPts val="0"/>
              </a:spcAft>
              <a:buClr>
                <a:srgbClr val="002676"/>
              </a:buClr>
              <a:buSzPts val="1300"/>
              <a:buNone/>
              <a:defRPr sz="1300">
                <a:solidFill>
                  <a:srgbClr val="002676"/>
                </a:solidFill>
              </a:defRPr>
            </a:lvl2pPr>
            <a:lvl3pPr lvl="2" rtl="0" algn="ctr">
              <a:spcBef>
                <a:spcPts val="0"/>
              </a:spcBef>
              <a:spcAft>
                <a:spcPts val="0"/>
              </a:spcAft>
              <a:buClr>
                <a:srgbClr val="002676"/>
              </a:buClr>
              <a:buSzPts val="1300"/>
              <a:buNone/>
              <a:defRPr sz="1300">
                <a:solidFill>
                  <a:srgbClr val="002676"/>
                </a:solidFill>
              </a:defRPr>
            </a:lvl3pPr>
            <a:lvl4pPr lvl="3" rtl="0" algn="ctr">
              <a:spcBef>
                <a:spcPts val="0"/>
              </a:spcBef>
              <a:spcAft>
                <a:spcPts val="0"/>
              </a:spcAft>
              <a:buClr>
                <a:srgbClr val="002676"/>
              </a:buClr>
              <a:buSzPts val="1300"/>
              <a:buNone/>
              <a:defRPr sz="1300">
                <a:solidFill>
                  <a:srgbClr val="002676"/>
                </a:solidFill>
              </a:defRPr>
            </a:lvl4pPr>
            <a:lvl5pPr lvl="4" rtl="0" algn="ctr">
              <a:spcBef>
                <a:spcPts val="0"/>
              </a:spcBef>
              <a:spcAft>
                <a:spcPts val="0"/>
              </a:spcAft>
              <a:buClr>
                <a:srgbClr val="002676"/>
              </a:buClr>
              <a:buSzPts val="1300"/>
              <a:buNone/>
              <a:defRPr sz="1300">
                <a:solidFill>
                  <a:srgbClr val="002676"/>
                </a:solidFill>
              </a:defRPr>
            </a:lvl5pPr>
            <a:lvl6pPr lvl="5" rtl="0" algn="ctr">
              <a:spcBef>
                <a:spcPts val="0"/>
              </a:spcBef>
              <a:spcAft>
                <a:spcPts val="0"/>
              </a:spcAft>
              <a:buClr>
                <a:srgbClr val="002676"/>
              </a:buClr>
              <a:buSzPts val="1300"/>
              <a:buNone/>
              <a:defRPr sz="1300">
                <a:solidFill>
                  <a:srgbClr val="002676"/>
                </a:solidFill>
              </a:defRPr>
            </a:lvl6pPr>
            <a:lvl7pPr lvl="6" rtl="0" algn="ctr">
              <a:spcBef>
                <a:spcPts val="0"/>
              </a:spcBef>
              <a:spcAft>
                <a:spcPts val="0"/>
              </a:spcAft>
              <a:buClr>
                <a:srgbClr val="002676"/>
              </a:buClr>
              <a:buSzPts val="1300"/>
              <a:buNone/>
              <a:defRPr sz="1300">
                <a:solidFill>
                  <a:srgbClr val="002676"/>
                </a:solidFill>
              </a:defRPr>
            </a:lvl7pPr>
            <a:lvl8pPr lvl="7" rtl="0" algn="ctr">
              <a:spcBef>
                <a:spcPts val="0"/>
              </a:spcBef>
              <a:spcAft>
                <a:spcPts val="0"/>
              </a:spcAft>
              <a:buClr>
                <a:srgbClr val="002676"/>
              </a:buClr>
              <a:buSzPts val="1300"/>
              <a:buNone/>
              <a:defRPr sz="1300">
                <a:solidFill>
                  <a:srgbClr val="002676"/>
                </a:solidFill>
              </a:defRPr>
            </a:lvl8pPr>
            <a:lvl9pPr lvl="8" rtl="0" algn="ctr">
              <a:spcBef>
                <a:spcPts val="0"/>
              </a:spcBef>
              <a:spcAft>
                <a:spcPts val="0"/>
              </a:spcAft>
              <a:buClr>
                <a:srgbClr val="002676"/>
              </a:buClr>
              <a:buSzPts val="1300"/>
              <a:buNone/>
              <a:defRPr sz="1300">
                <a:solidFill>
                  <a:srgbClr val="002676"/>
                </a:solidFill>
              </a:defRPr>
            </a:lvl9pPr>
          </a:lstStyle>
          <a:p/>
        </p:txBody>
      </p:sp>
      <p:sp>
        <p:nvSpPr>
          <p:cNvPr id="81" name="Google Shape;81;p12"/>
          <p:cNvSpPr txBox="1"/>
          <p:nvPr>
            <p:ph idx="4" type="subTitle"/>
          </p:nvPr>
        </p:nvSpPr>
        <p:spPr>
          <a:xfrm>
            <a:off x="6175250" y="1701475"/>
            <a:ext cx="2166300" cy="3936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002676"/>
              </a:buClr>
              <a:buSzPts val="1000"/>
              <a:buFont typeface="Inter Medium"/>
              <a:buNone/>
              <a:defRPr sz="1000">
                <a:solidFill>
                  <a:srgbClr val="002676"/>
                </a:solidFill>
                <a:latin typeface="Inter Medium"/>
                <a:ea typeface="Inter Medium"/>
                <a:cs typeface="Inter Medium"/>
                <a:sym typeface="Inter Medium"/>
              </a:defRPr>
            </a:lvl1pPr>
            <a:lvl2pPr lvl="1" rtl="0">
              <a:lnSpc>
                <a:spcPct val="100000"/>
              </a:lnSpc>
              <a:spcBef>
                <a:spcPts val="0"/>
              </a:spcBef>
              <a:spcAft>
                <a:spcPts val="0"/>
              </a:spcAft>
              <a:buClr>
                <a:srgbClr val="002676"/>
              </a:buClr>
              <a:buSzPts val="1000"/>
              <a:buNone/>
              <a:defRPr sz="1000">
                <a:solidFill>
                  <a:srgbClr val="002676"/>
                </a:solidFill>
              </a:defRPr>
            </a:lvl2pPr>
            <a:lvl3pPr lvl="2" rtl="0">
              <a:lnSpc>
                <a:spcPct val="100000"/>
              </a:lnSpc>
              <a:spcBef>
                <a:spcPts val="0"/>
              </a:spcBef>
              <a:spcAft>
                <a:spcPts val="0"/>
              </a:spcAft>
              <a:buClr>
                <a:srgbClr val="002676"/>
              </a:buClr>
              <a:buSzPts val="1000"/>
              <a:buNone/>
              <a:defRPr sz="1000">
                <a:solidFill>
                  <a:srgbClr val="002676"/>
                </a:solidFill>
              </a:defRPr>
            </a:lvl3pPr>
            <a:lvl4pPr lvl="3" rtl="0">
              <a:lnSpc>
                <a:spcPct val="100000"/>
              </a:lnSpc>
              <a:spcBef>
                <a:spcPts val="0"/>
              </a:spcBef>
              <a:spcAft>
                <a:spcPts val="0"/>
              </a:spcAft>
              <a:buClr>
                <a:srgbClr val="002676"/>
              </a:buClr>
              <a:buSzPts val="1000"/>
              <a:buNone/>
              <a:defRPr sz="1000">
                <a:solidFill>
                  <a:srgbClr val="002676"/>
                </a:solidFill>
              </a:defRPr>
            </a:lvl4pPr>
            <a:lvl5pPr lvl="4" rtl="0">
              <a:lnSpc>
                <a:spcPct val="100000"/>
              </a:lnSpc>
              <a:spcBef>
                <a:spcPts val="0"/>
              </a:spcBef>
              <a:spcAft>
                <a:spcPts val="0"/>
              </a:spcAft>
              <a:buClr>
                <a:srgbClr val="002676"/>
              </a:buClr>
              <a:buSzPts val="1000"/>
              <a:buNone/>
              <a:defRPr sz="1000">
                <a:solidFill>
                  <a:srgbClr val="002676"/>
                </a:solidFill>
              </a:defRPr>
            </a:lvl5pPr>
            <a:lvl6pPr lvl="5" rtl="0">
              <a:lnSpc>
                <a:spcPct val="100000"/>
              </a:lnSpc>
              <a:spcBef>
                <a:spcPts val="0"/>
              </a:spcBef>
              <a:spcAft>
                <a:spcPts val="0"/>
              </a:spcAft>
              <a:buClr>
                <a:srgbClr val="002676"/>
              </a:buClr>
              <a:buSzPts val="1000"/>
              <a:buNone/>
              <a:defRPr sz="1000">
                <a:solidFill>
                  <a:srgbClr val="002676"/>
                </a:solidFill>
              </a:defRPr>
            </a:lvl6pPr>
            <a:lvl7pPr lvl="6" rtl="0">
              <a:lnSpc>
                <a:spcPct val="100000"/>
              </a:lnSpc>
              <a:spcBef>
                <a:spcPts val="0"/>
              </a:spcBef>
              <a:spcAft>
                <a:spcPts val="0"/>
              </a:spcAft>
              <a:buClr>
                <a:srgbClr val="002676"/>
              </a:buClr>
              <a:buSzPts val="1000"/>
              <a:buNone/>
              <a:defRPr sz="1000">
                <a:solidFill>
                  <a:srgbClr val="002676"/>
                </a:solidFill>
              </a:defRPr>
            </a:lvl7pPr>
            <a:lvl8pPr lvl="7" rtl="0">
              <a:lnSpc>
                <a:spcPct val="100000"/>
              </a:lnSpc>
              <a:spcBef>
                <a:spcPts val="0"/>
              </a:spcBef>
              <a:spcAft>
                <a:spcPts val="0"/>
              </a:spcAft>
              <a:buClr>
                <a:srgbClr val="002676"/>
              </a:buClr>
              <a:buSzPts val="1000"/>
              <a:buNone/>
              <a:defRPr sz="1000">
                <a:solidFill>
                  <a:srgbClr val="002676"/>
                </a:solidFill>
              </a:defRPr>
            </a:lvl8pPr>
            <a:lvl9pPr lvl="8" rtl="0">
              <a:lnSpc>
                <a:spcPct val="100000"/>
              </a:lnSpc>
              <a:spcBef>
                <a:spcPts val="0"/>
              </a:spcBef>
              <a:spcAft>
                <a:spcPts val="0"/>
              </a:spcAft>
              <a:buClr>
                <a:srgbClr val="002676"/>
              </a:buClr>
              <a:buSzPts val="1000"/>
              <a:buNone/>
              <a:defRPr sz="1000">
                <a:solidFill>
                  <a:srgbClr val="002676"/>
                </a:solidFill>
              </a:defRPr>
            </a:lvl9pPr>
          </a:lstStyle>
          <a:p/>
        </p:txBody>
      </p:sp>
      <p:sp>
        <p:nvSpPr>
          <p:cNvPr id="82" name="Google Shape;82;p12"/>
          <p:cNvSpPr/>
          <p:nvPr>
            <p:ph idx="5" type="pic"/>
          </p:nvPr>
        </p:nvSpPr>
        <p:spPr>
          <a:xfrm>
            <a:off x="4724400" y="1123675"/>
            <a:ext cx="1216500" cy="1216500"/>
          </a:xfrm>
          <a:prstGeom prst="ellipse">
            <a:avLst/>
          </a:prstGeom>
          <a:noFill/>
          <a:ln>
            <a:noFill/>
          </a:ln>
        </p:spPr>
      </p:sp>
      <p:sp>
        <p:nvSpPr>
          <p:cNvPr id="83" name="Google Shape;83;p12"/>
          <p:cNvSpPr txBox="1"/>
          <p:nvPr>
            <p:ph idx="6" type="ctrTitle"/>
          </p:nvPr>
        </p:nvSpPr>
        <p:spPr>
          <a:xfrm>
            <a:off x="2365325" y="2588525"/>
            <a:ext cx="1986000" cy="577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2676"/>
              </a:buClr>
              <a:buSzPts val="1300"/>
              <a:buFont typeface="Inter Black"/>
              <a:buNone/>
              <a:defRPr sz="1300">
                <a:solidFill>
                  <a:srgbClr val="002676"/>
                </a:solidFill>
                <a:latin typeface="Inter Black"/>
                <a:ea typeface="Inter Black"/>
                <a:cs typeface="Inter Black"/>
                <a:sym typeface="Inter Black"/>
              </a:defRPr>
            </a:lvl1pPr>
            <a:lvl2pPr lvl="1" rtl="0" algn="ctr">
              <a:spcBef>
                <a:spcPts val="0"/>
              </a:spcBef>
              <a:spcAft>
                <a:spcPts val="0"/>
              </a:spcAft>
              <a:buClr>
                <a:srgbClr val="002676"/>
              </a:buClr>
              <a:buSzPts val="1300"/>
              <a:buNone/>
              <a:defRPr sz="1300">
                <a:solidFill>
                  <a:srgbClr val="002676"/>
                </a:solidFill>
              </a:defRPr>
            </a:lvl2pPr>
            <a:lvl3pPr lvl="2" rtl="0" algn="ctr">
              <a:spcBef>
                <a:spcPts val="0"/>
              </a:spcBef>
              <a:spcAft>
                <a:spcPts val="0"/>
              </a:spcAft>
              <a:buClr>
                <a:srgbClr val="002676"/>
              </a:buClr>
              <a:buSzPts val="1300"/>
              <a:buNone/>
              <a:defRPr sz="1300">
                <a:solidFill>
                  <a:srgbClr val="002676"/>
                </a:solidFill>
              </a:defRPr>
            </a:lvl3pPr>
            <a:lvl4pPr lvl="3" rtl="0" algn="ctr">
              <a:spcBef>
                <a:spcPts val="0"/>
              </a:spcBef>
              <a:spcAft>
                <a:spcPts val="0"/>
              </a:spcAft>
              <a:buClr>
                <a:srgbClr val="002676"/>
              </a:buClr>
              <a:buSzPts val="1300"/>
              <a:buNone/>
              <a:defRPr sz="1300">
                <a:solidFill>
                  <a:srgbClr val="002676"/>
                </a:solidFill>
              </a:defRPr>
            </a:lvl4pPr>
            <a:lvl5pPr lvl="4" rtl="0" algn="ctr">
              <a:spcBef>
                <a:spcPts val="0"/>
              </a:spcBef>
              <a:spcAft>
                <a:spcPts val="0"/>
              </a:spcAft>
              <a:buClr>
                <a:srgbClr val="002676"/>
              </a:buClr>
              <a:buSzPts val="1300"/>
              <a:buNone/>
              <a:defRPr sz="1300">
                <a:solidFill>
                  <a:srgbClr val="002676"/>
                </a:solidFill>
              </a:defRPr>
            </a:lvl5pPr>
            <a:lvl6pPr lvl="5" rtl="0" algn="ctr">
              <a:spcBef>
                <a:spcPts val="0"/>
              </a:spcBef>
              <a:spcAft>
                <a:spcPts val="0"/>
              </a:spcAft>
              <a:buClr>
                <a:srgbClr val="002676"/>
              </a:buClr>
              <a:buSzPts val="1300"/>
              <a:buNone/>
              <a:defRPr sz="1300">
                <a:solidFill>
                  <a:srgbClr val="002676"/>
                </a:solidFill>
              </a:defRPr>
            </a:lvl6pPr>
            <a:lvl7pPr lvl="6" rtl="0" algn="ctr">
              <a:spcBef>
                <a:spcPts val="0"/>
              </a:spcBef>
              <a:spcAft>
                <a:spcPts val="0"/>
              </a:spcAft>
              <a:buClr>
                <a:srgbClr val="002676"/>
              </a:buClr>
              <a:buSzPts val="1300"/>
              <a:buNone/>
              <a:defRPr sz="1300">
                <a:solidFill>
                  <a:srgbClr val="002676"/>
                </a:solidFill>
              </a:defRPr>
            </a:lvl7pPr>
            <a:lvl8pPr lvl="7" rtl="0" algn="ctr">
              <a:spcBef>
                <a:spcPts val="0"/>
              </a:spcBef>
              <a:spcAft>
                <a:spcPts val="0"/>
              </a:spcAft>
              <a:buClr>
                <a:srgbClr val="002676"/>
              </a:buClr>
              <a:buSzPts val="1300"/>
              <a:buNone/>
              <a:defRPr sz="1300">
                <a:solidFill>
                  <a:srgbClr val="002676"/>
                </a:solidFill>
              </a:defRPr>
            </a:lvl8pPr>
            <a:lvl9pPr lvl="8" rtl="0" algn="ctr">
              <a:spcBef>
                <a:spcPts val="0"/>
              </a:spcBef>
              <a:spcAft>
                <a:spcPts val="0"/>
              </a:spcAft>
              <a:buClr>
                <a:srgbClr val="002676"/>
              </a:buClr>
              <a:buSzPts val="1300"/>
              <a:buNone/>
              <a:defRPr sz="1300">
                <a:solidFill>
                  <a:srgbClr val="002676"/>
                </a:solidFill>
              </a:defRPr>
            </a:lvl9pPr>
          </a:lstStyle>
          <a:p/>
        </p:txBody>
      </p:sp>
      <p:sp>
        <p:nvSpPr>
          <p:cNvPr id="84" name="Google Shape;84;p12"/>
          <p:cNvSpPr txBox="1"/>
          <p:nvPr>
            <p:ph idx="7" type="subTitle"/>
          </p:nvPr>
        </p:nvSpPr>
        <p:spPr>
          <a:xfrm>
            <a:off x="2365250" y="3166325"/>
            <a:ext cx="2166300" cy="3936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002676"/>
              </a:buClr>
              <a:buSzPts val="1000"/>
              <a:buFont typeface="Inter Medium"/>
              <a:buNone/>
              <a:defRPr sz="1000">
                <a:solidFill>
                  <a:srgbClr val="002676"/>
                </a:solidFill>
                <a:latin typeface="Inter Medium"/>
                <a:ea typeface="Inter Medium"/>
                <a:cs typeface="Inter Medium"/>
                <a:sym typeface="Inter Medium"/>
              </a:defRPr>
            </a:lvl1pPr>
            <a:lvl2pPr lvl="1" rtl="0">
              <a:lnSpc>
                <a:spcPct val="100000"/>
              </a:lnSpc>
              <a:spcBef>
                <a:spcPts val="0"/>
              </a:spcBef>
              <a:spcAft>
                <a:spcPts val="0"/>
              </a:spcAft>
              <a:buClr>
                <a:srgbClr val="002676"/>
              </a:buClr>
              <a:buSzPts val="1000"/>
              <a:buNone/>
              <a:defRPr sz="1000">
                <a:solidFill>
                  <a:srgbClr val="002676"/>
                </a:solidFill>
              </a:defRPr>
            </a:lvl2pPr>
            <a:lvl3pPr lvl="2" rtl="0">
              <a:lnSpc>
                <a:spcPct val="100000"/>
              </a:lnSpc>
              <a:spcBef>
                <a:spcPts val="0"/>
              </a:spcBef>
              <a:spcAft>
                <a:spcPts val="0"/>
              </a:spcAft>
              <a:buClr>
                <a:srgbClr val="002676"/>
              </a:buClr>
              <a:buSzPts val="1000"/>
              <a:buNone/>
              <a:defRPr sz="1000">
                <a:solidFill>
                  <a:srgbClr val="002676"/>
                </a:solidFill>
              </a:defRPr>
            </a:lvl3pPr>
            <a:lvl4pPr lvl="3" rtl="0">
              <a:lnSpc>
                <a:spcPct val="100000"/>
              </a:lnSpc>
              <a:spcBef>
                <a:spcPts val="0"/>
              </a:spcBef>
              <a:spcAft>
                <a:spcPts val="0"/>
              </a:spcAft>
              <a:buClr>
                <a:srgbClr val="002676"/>
              </a:buClr>
              <a:buSzPts val="1000"/>
              <a:buNone/>
              <a:defRPr sz="1000">
                <a:solidFill>
                  <a:srgbClr val="002676"/>
                </a:solidFill>
              </a:defRPr>
            </a:lvl4pPr>
            <a:lvl5pPr lvl="4" rtl="0">
              <a:lnSpc>
                <a:spcPct val="100000"/>
              </a:lnSpc>
              <a:spcBef>
                <a:spcPts val="0"/>
              </a:spcBef>
              <a:spcAft>
                <a:spcPts val="0"/>
              </a:spcAft>
              <a:buClr>
                <a:srgbClr val="002676"/>
              </a:buClr>
              <a:buSzPts val="1000"/>
              <a:buNone/>
              <a:defRPr sz="1000">
                <a:solidFill>
                  <a:srgbClr val="002676"/>
                </a:solidFill>
              </a:defRPr>
            </a:lvl5pPr>
            <a:lvl6pPr lvl="5" rtl="0">
              <a:lnSpc>
                <a:spcPct val="100000"/>
              </a:lnSpc>
              <a:spcBef>
                <a:spcPts val="0"/>
              </a:spcBef>
              <a:spcAft>
                <a:spcPts val="0"/>
              </a:spcAft>
              <a:buClr>
                <a:srgbClr val="002676"/>
              </a:buClr>
              <a:buSzPts val="1000"/>
              <a:buNone/>
              <a:defRPr sz="1000">
                <a:solidFill>
                  <a:srgbClr val="002676"/>
                </a:solidFill>
              </a:defRPr>
            </a:lvl6pPr>
            <a:lvl7pPr lvl="6" rtl="0">
              <a:lnSpc>
                <a:spcPct val="100000"/>
              </a:lnSpc>
              <a:spcBef>
                <a:spcPts val="0"/>
              </a:spcBef>
              <a:spcAft>
                <a:spcPts val="0"/>
              </a:spcAft>
              <a:buClr>
                <a:srgbClr val="002676"/>
              </a:buClr>
              <a:buSzPts val="1000"/>
              <a:buNone/>
              <a:defRPr sz="1000">
                <a:solidFill>
                  <a:srgbClr val="002676"/>
                </a:solidFill>
              </a:defRPr>
            </a:lvl7pPr>
            <a:lvl8pPr lvl="7" rtl="0">
              <a:lnSpc>
                <a:spcPct val="100000"/>
              </a:lnSpc>
              <a:spcBef>
                <a:spcPts val="0"/>
              </a:spcBef>
              <a:spcAft>
                <a:spcPts val="0"/>
              </a:spcAft>
              <a:buClr>
                <a:srgbClr val="002676"/>
              </a:buClr>
              <a:buSzPts val="1000"/>
              <a:buNone/>
              <a:defRPr sz="1000">
                <a:solidFill>
                  <a:srgbClr val="002676"/>
                </a:solidFill>
              </a:defRPr>
            </a:lvl8pPr>
            <a:lvl9pPr lvl="8" rtl="0">
              <a:lnSpc>
                <a:spcPct val="100000"/>
              </a:lnSpc>
              <a:spcBef>
                <a:spcPts val="0"/>
              </a:spcBef>
              <a:spcAft>
                <a:spcPts val="0"/>
              </a:spcAft>
              <a:buClr>
                <a:srgbClr val="002676"/>
              </a:buClr>
              <a:buSzPts val="1000"/>
              <a:buNone/>
              <a:defRPr sz="1000">
                <a:solidFill>
                  <a:srgbClr val="002676"/>
                </a:solidFill>
              </a:defRPr>
            </a:lvl9pPr>
          </a:lstStyle>
          <a:p/>
        </p:txBody>
      </p:sp>
      <p:sp>
        <p:nvSpPr>
          <p:cNvPr id="85" name="Google Shape;85;p12"/>
          <p:cNvSpPr/>
          <p:nvPr>
            <p:ph idx="8" type="pic"/>
          </p:nvPr>
        </p:nvSpPr>
        <p:spPr>
          <a:xfrm>
            <a:off x="914400" y="2588525"/>
            <a:ext cx="1216500" cy="1216500"/>
          </a:xfrm>
          <a:prstGeom prst="ellipse">
            <a:avLst/>
          </a:prstGeom>
          <a:noFill/>
          <a:ln>
            <a:noFill/>
          </a:ln>
        </p:spPr>
      </p:sp>
      <p:sp>
        <p:nvSpPr>
          <p:cNvPr id="86" name="Google Shape;86;p12"/>
          <p:cNvSpPr txBox="1"/>
          <p:nvPr>
            <p:ph idx="9" type="ctrTitle"/>
          </p:nvPr>
        </p:nvSpPr>
        <p:spPr>
          <a:xfrm>
            <a:off x="6175325" y="2588525"/>
            <a:ext cx="1986000" cy="577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2676"/>
              </a:buClr>
              <a:buSzPts val="1300"/>
              <a:buFont typeface="Inter Black"/>
              <a:buNone/>
              <a:defRPr sz="1300">
                <a:solidFill>
                  <a:srgbClr val="002676"/>
                </a:solidFill>
                <a:latin typeface="Inter Black"/>
                <a:ea typeface="Inter Black"/>
                <a:cs typeface="Inter Black"/>
                <a:sym typeface="Inter Black"/>
              </a:defRPr>
            </a:lvl1pPr>
            <a:lvl2pPr lvl="1" rtl="0" algn="ctr">
              <a:spcBef>
                <a:spcPts val="0"/>
              </a:spcBef>
              <a:spcAft>
                <a:spcPts val="0"/>
              </a:spcAft>
              <a:buClr>
                <a:srgbClr val="002676"/>
              </a:buClr>
              <a:buSzPts val="1300"/>
              <a:buNone/>
              <a:defRPr sz="1300">
                <a:solidFill>
                  <a:srgbClr val="002676"/>
                </a:solidFill>
              </a:defRPr>
            </a:lvl2pPr>
            <a:lvl3pPr lvl="2" rtl="0" algn="ctr">
              <a:spcBef>
                <a:spcPts val="0"/>
              </a:spcBef>
              <a:spcAft>
                <a:spcPts val="0"/>
              </a:spcAft>
              <a:buClr>
                <a:srgbClr val="002676"/>
              </a:buClr>
              <a:buSzPts val="1300"/>
              <a:buNone/>
              <a:defRPr sz="1300">
                <a:solidFill>
                  <a:srgbClr val="002676"/>
                </a:solidFill>
              </a:defRPr>
            </a:lvl3pPr>
            <a:lvl4pPr lvl="3" rtl="0" algn="ctr">
              <a:spcBef>
                <a:spcPts val="0"/>
              </a:spcBef>
              <a:spcAft>
                <a:spcPts val="0"/>
              </a:spcAft>
              <a:buClr>
                <a:srgbClr val="002676"/>
              </a:buClr>
              <a:buSzPts val="1300"/>
              <a:buNone/>
              <a:defRPr sz="1300">
                <a:solidFill>
                  <a:srgbClr val="002676"/>
                </a:solidFill>
              </a:defRPr>
            </a:lvl4pPr>
            <a:lvl5pPr lvl="4" rtl="0" algn="ctr">
              <a:spcBef>
                <a:spcPts val="0"/>
              </a:spcBef>
              <a:spcAft>
                <a:spcPts val="0"/>
              </a:spcAft>
              <a:buClr>
                <a:srgbClr val="002676"/>
              </a:buClr>
              <a:buSzPts val="1300"/>
              <a:buNone/>
              <a:defRPr sz="1300">
                <a:solidFill>
                  <a:srgbClr val="002676"/>
                </a:solidFill>
              </a:defRPr>
            </a:lvl5pPr>
            <a:lvl6pPr lvl="5" rtl="0" algn="ctr">
              <a:spcBef>
                <a:spcPts val="0"/>
              </a:spcBef>
              <a:spcAft>
                <a:spcPts val="0"/>
              </a:spcAft>
              <a:buClr>
                <a:srgbClr val="002676"/>
              </a:buClr>
              <a:buSzPts val="1300"/>
              <a:buNone/>
              <a:defRPr sz="1300">
                <a:solidFill>
                  <a:srgbClr val="002676"/>
                </a:solidFill>
              </a:defRPr>
            </a:lvl6pPr>
            <a:lvl7pPr lvl="6" rtl="0" algn="ctr">
              <a:spcBef>
                <a:spcPts val="0"/>
              </a:spcBef>
              <a:spcAft>
                <a:spcPts val="0"/>
              </a:spcAft>
              <a:buClr>
                <a:srgbClr val="002676"/>
              </a:buClr>
              <a:buSzPts val="1300"/>
              <a:buNone/>
              <a:defRPr sz="1300">
                <a:solidFill>
                  <a:srgbClr val="002676"/>
                </a:solidFill>
              </a:defRPr>
            </a:lvl7pPr>
            <a:lvl8pPr lvl="7" rtl="0" algn="ctr">
              <a:spcBef>
                <a:spcPts val="0"/>
              </a:spcBef>
              <a:spcAft>
                <a:spcPts val="0"/>
              </a:spcAft>
              <a:buClr>
                <a:srgbClr val="002676"/>
              </a:buClr>
              <a:buSzPts val="1300"/>
              <a:buNone/>
              <a:defRPr sz="1300">
                <a:solidFill>
                  <a:srgbClr val="002676"/>
                </a:solidFill>
              </a:defRPr>
            </a:lvl8pPr>
            <a:lvl9pPr lvl="8" rtl="0" algn="ctr">
              <a:spcBef>
                <a:spcPts val="0"/>
              </a:spcBef>
              <a:spcAft>
                <a:spcPts val="0"/>
              </a:spcAft>
              <a:buClr>
                <a:srgbClr val="002676"/>
              </a:buClr>
              <a:buSzPts val="1300"/>
              <a:buNone/>
              <a:defRPr sz="1300">
                <a:solidFill>
                  <a:srgbClr val="002676"/>
                </a:solidFill>
              </a:defRPr>
            </a:lvl9pPr>
          </a:lstStyle>
          <a:p/>
        </p:txBody>
      </p:sp>
      <p:sp>
        <p:nvSpPr>
          <p:cNvPr id="87" name="Google Shape;87;p12"/>
          <p:cNvSpPr txBox="1"/>
          <p:nvPr>
            <p:ph idx="13" type="subTitle"/>
          </p:nvPr>
        </p:nvSpPr>
        <p:spPr>
          <a:xfrm>
            <a:off x="6175250" y="3166325"/>
            <a:ext cx="2166300" cy="3936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002676"/>
              </a:buClr>
              <a:buSzPts val="1000"/>
              <a:buFont typeface="Inter Medium"/>
              <a:buNone/>
              <a:defRPr sz="1000">
                <a:solidFill>
                  <a:srgbClr val="002676"/>
                </a:solidFill>
                <a:latin typeface="Inter Medium"/>
                <a:ea typeface="Inter Medium"/>
                <a:cs typeface="Inter Medium"/>
                <a:sym typeface="Inter Medium"/>
              </a:defRPr>
            </a:lvl1pPr>
            <a:lvl2pPr lvl="1" rtl="0">
              <a:lnSpc>
                <a:spcPct val="100000"/>
              </a:lnSpc>
              <a:spcBef>
                <a:spcPts val="0"/>
              </a:spcBef>
              <a:spcAft>
                <a:spcPts val="0"/>
              </a:spcAft>
              <a:buClr>
                <a:srgbClr val="002676"/>
              </a:buClr>
              <a:buSzPts val="1000"/>
              <a:buNone/>
              <a:defRPr sz="1000">
                <a:solidFill>
                  <a:srgbClr val="002676"/>
                </a:solidFill>
              </a:defRPr>
            </a:lvl2pPr>
            <a:lvl3pPr lvl="2" rtl="0">
              <a:lnSpc>
                <a:spcPct val="100000"/>
              </a:lnSpc>
              <a:spcBef>
                <a:spcPts val="0"/>
              </a:spcBef>
              <a:spcAft>
                <a:spcPts val="0"/>
              </a:spcAft>
              <a:buClr>
                <a:srgbClr val="002676"/>
              </a:buClr>
              <a:buSzPts val="1000"/>
              <a:buNone/>
              <a:defRPr sz="1000">
                <a:solidFill>
                  <a:srgbClr val="002676"/>
                </a:solidFill>
              </a:defRPr>
            </a:lvl3pPr>
            <a:lvl4pPr lvl="3" rtl="0">
              <a:lnSpc>
                <a:spcPct val="100000"/>
              </a:lnSpc>
              <a:spcBef>
                <a:spcPts val="0"/>
              </a:spcBef>
              <a:spcAft>
                <a:spcPts val="0"/>
              </a:spcAft>
              <a:buClr>
                <a:srgbClr val="002676"/>
              </a:buClr>
              <a:buSzPts val="1000"/>
              <a:buNone/>
              <a:defRPr sz="1000">
                <a:solidFill>
                  <a:srgbClr val="002676"/>
                </a:solidFill>
              </a:defRPr>
            </a:lvl4pPr>
            <a:lvl5pPr lvl="4" rtl="0">
              <a:lnSpc>
                <a:spcPct val="100000"/>
              </a:lnSpc>
              <a:spcBef>
                <a:spcPts val="0"/>
              </a:spcBef>
              <a:spcAft>
                <a:spcPts val="0"/>
              </a:spcAft>
              <a:buClr>
                <a:srgbClr val="002676"/>
              </a:buClr>
              <a:buSzPts val="1000"/>
              <a:buNone/>
              <a:defRPr sz="1000">
                <a:solidFill>
                  <a:srgbClr val="002676"/>
                </a:solidFill>
              </a:defRPr>
            </a:lvl5pPr>
            <a:lvl6pPr lvl="5" rtl="0">
              <a:lnSpc>
                <a:spcPct val="100000"/>
              </a:lnSpc>
              <a:spcBef>
                <a:spcPts val="0"/>
              </a:spcBef>
              <a:spcAft>
                <a:spcPts val="0"/>
              </a:spcAft>
              <a:buClr>
                <a:srgbClr val="002676"/>
              </a:buClr>
              <a:buSzPts val="1000"/>
              <a:buNone/>
              <a:defRPr sz="1000">
                <a:solidFill>
                  <a:srgbClr val="002676"/>
                </a:solidFill>
              </a:defRPr>
            </a:lvl6pPr>
            <a:lvl7pPr lvl="6" rtl="0">
              <a:lnSpc>
                <a:spcPct val="100000"/>
              </a:lnSpc>
              <a:spcBef>
                <a:spcPts val="0"/>
              </a:spcBef>
              <a:spcAft>
                <a:spcPts val="0"/>
              </a:spcAft>
              <a:buClr>
                <a:srgbClr val="002676"/>
              </a:buClr>
              <a:buSzPts val="1000"/>
              <a:buNone/>
              <a:defRPr sz="1000">
                <a:solidFill>
                  <a:srgbClr val="002676"/>
                </a:solidFill>
              </a:defRPr>
            </a:lvl7pPr>
            <a:lvl8pPr lvl="7" rtl="0">
              <a:lnSpc>
                <a:spcPct val="100000"/>
              </a:lnSpc>
              <a:spcBef>
                <a:spcPts val="0"/>
              </a:spcBef>
              <a:spcAft>
                <a:spcPts val="0"/>
              </a:spcAft>
              <a:buClr>
                <a:srgbClr val="002676"/>
              </a:buClr>
              <a:buSzPts val="1000"/>
              <a:buNone/>
              <a:defRPr sz="1000">
                <a:solidFill>
                  <a:srgbClr val="002676"/>
                </a:solidFill>
              </a:defRPr>
            </a:lvl8pPr>
            <a:lvl9pPr lvl="8" rtl="0">
              <a:lnSpc>
                <a:spcPct val="100000"/>
              </a:lnSpc>
              <a:spcBef>
                <a:spcPts val="0"/>
              </a:spcBef>
              <a:spcAft>
                <a:spcPts val="0"/>
              </a:spcAft>
              <a:buClr>
                <a:srgbClr val="002676"/>
              </a:buClr>
              <a:buSzPts val="1000"/>
              <a:buNone/>
              <a:defRPr sz="1000">
                <a:solidFill>
                  <a:srgbClr val="002676"/>
                </a:solidFill>
              </a:defRPr>
            </a:lvl9pPr>
          </a:lstStyle>
          <a:p/>
        </p:txBody>
      </p:sp>
      <p:sp>
        <p:nvSpPr>
          <p:cNvPr id="88" name="Google Shape;88;p12"/>
          <p:cNvSpPr/>
          <p:nvPr>
            <p:ph idx="14" type="pic"/>
          </p:nvPr>
        </p:nvSpPr>
        <p:spPr>
          <a:xfrm>
            <a:off x="4724400" y="2588525"/>
            <a:ext cx="1216500" cy="1216500"/>
          </a:xfrm>
          <a:prstGeom prst="ellipse">
            <a:avLst/>
          </a:prstGeom>
          <a:noFill/>
          <a:ln>
            <a:noFill/>
          </a:ln>
        </p:spPr>
      </p:sp>
    </p:spTree>
  </p:cSld>
  <p:clrMapOvr>
    <a:masterClrMapping/>
  </p:clrMapOvr>
  <p:extLst>
    <p:ext uri="{DCECCB84-F9BA-43D5-87BE-67443E8EF086}">
      <p15:sldGuideLst>
        <p15:guide id="1" pos="1555">
          <p15:clr>
            <a:srgbClr val="E46962"/>
          </p15:clr>
        </p15:guide>
        <p15:guide id="2" orient="horz" pos="576">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Section title and description">
  <p:cSld name="TITLE_2_2_1_1_1">
    <p:spTree>
      <p:nvGrpSpPr>
        <p:cNvPr id="89" name="Shape 89"/>
        <p:cNvGrpSpPr/>
        <p:nvPr/>
      </p:nvGrpSpPr>
      <p:grpSpPr>
        <a:xfrm>
          <a:off x="0" y="0"/>
          <a:ext cx="0" cy="0"/>
          <a:chOff x="0" y="0"/>
          <a:chExt cx="0" cy="0"/>
        </a:xfrm>
      </p:grpSpPr>
      <p:pic>
        <p:nvPicPr>
          <p:cNvPr id="90" name="Google Shape;90;p13"/>
          <p:cNvPicPr preferRelativeResize="0"/>
          <p:nvPr/>
        </p:nvPicPr>
        <p:blipFill>
          <a:blip r:embed="rId2">
            <a:alphaModFix/>
          </a:blip>
          <a:stretch>
            <a:fillRect/>
          </a:stretch>
        </p:blipFill>
        <p:spPr>
          <a:xfrm>
            <a:off x="0" y="0"/>
            <a:ext cx="9144003" cy="5143501"/>
          </a:xfrm>
          <a:prstGeom prst="rect">
            <a:avLst/>
          </a:prstGeom>
          <a:noFill/>
          <a:ln>
            <a:noFill/>
          </a:ln>
        </p:spPr>
      </p:pic>
      <p:sp>
        <p:nvSpPr>
          <p:cNvPr id="91" name="Google Shape;91;p13"/>
          <p:cNvSpPr/>
          <p:nvPr/>
        </p:nvSpPr>
        <p:spPr>
          <a:xfrm>
            <a:off x="4500425" y="0"/>
            <a:ext cx="46437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3"/>
          <p:cNvSpPr txBox="1"/>
          <p:nvPr>
            <p:ph type="ctrTitle"/>
          </p:nvPr>
        </p:nvSpPr>
        <p:spPr>
          <a:xfrm>
            <a:off x="799475" y="790200"/>
            <a:ext cx="3018300" cy="14760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2676"/>
              </a:buClr>
              <a:buSzPts val="2000"/>
              <a:buFont typeface="Inter Black"/>
              <a:buNone/>
              <a:defRPr sz="2000">
                <a:solidFill>
                  <a:srgbClr val="002676"/>
                </a:solidFill>
                <a:latin typeface="Inter Black"/>
                <a:ea typeface="Inter Black"/>
                <a:cs typeface="Inter Black"/>
                <a:sym typeface="Inter Black"/>
              </a:defRPr>
            </a:lvl1pPr>
            <a:lvl2pPr lvl="1" rtl="0">
              <a:spcBef>
                <a:spcPts val="0"/>
              </a:spcBef>
              <a:spcAft>
                <a:spcPts val="0"/>
              </a:spcAft>
              <a:buClr>
                <a:srgbClr val="002676"/>
              </a:buClr>
              <a:buSzPts val="5200"/>
              <a:buNone/>
              <a:defRPr sz="5200">
                <a:solidFill>
                  <a:srgbClr val="002676"/>
                </a:solidFill>
              </a:defRPr>
            </a:lvl2pPr>
            <a:lvl3pPr lvl="2" rtl="0">
              <a:spcBef>
                <a:spcPts val="0"/>
              </a:spcBef>
              <a:spcAft>
                <a:spcPts val="0"/>
              </a:spcAft>
              <a:buClr>
                <a:srgbClr val="002676"/>
              </a:buClr>
              <a:buSzPts val="5200"/>
              <a:buNone/>
              <a:defRPr sz="5200">
                <a:solidFill>
                  <a:srgbClr val="002676"/>
                </a:solidFill>
              </a:defRPr>
            </a:lvl3pPr>
            <a:lvl4pPr lvl="3" rtl="0">
              <a:spcBef>
                <a:spcPts val="0"/>
              </a:spcBef>
              <a:spcAft>
                <a:spcPts val="0"/>
              </a:spcAft>
              <a:buClr>
                <a:srgbClr val="002676"/>
              </a:buClr>
              <a:buSzPts val="5200"/>
              <a:buNone/>
              <a:defRPr sz="5200">
                <a:solidFill>
                  <a:srgbClr val="002676"/>
                </a:solidFill>
              </a:defRPr>
            </a:lvl4pPr>
            <a:lvl5pPr lvl="4" rtl="0">
              <a:spcBef>
                <a:spcPts val="0"/>
              </a:spcBef>
              <a:spcAft>
                <a:spcPts val="0"/>
              </a:spcAft>
              <a:buClr>
                <a:srgbClr val="002676"/>
              </a:buClr>
              <a:buSzPts val="5200"/>
              <a:buNone/>
              <a:defRPr sz="5200">
                <a:solidFill>
                  <a:srgbClr val="002676"/>
                </a:solidFill>
              </a:defRPr>
            </a:lvl5pPr>
            <a:lvl6pPr lvl="5" rtl="0">
              <a:spcBef>
                <a:spcPts val="0"/>
              </a:spcBef>
              <a:spcAft>
                <a:spcPts val="0"/>
              </a:spcAft>
              <a:buClr>
                <a:srgbClr val="002676"/>
              </a:buClr>
              <a:buSzPts val="5200"/>
              <a:buNone/>
              <a:defRPr sz="5200">
                <a:solidFill>
                  <a:srgbClr val="002676"/>
                </a:solidFill>
              </a:defRPr>
            </a:lvl6pPr>
            <a:lvl7pPr lvl="6" rtl="0">
              <a:spcBef>
                <a:spcPts val="0"/>
              </a:spcBef>
              <a:spcAft>
                <a:spcPts val="0"/>
              </a:spcAft>
              <a:buClr>
                <a:srgbClr val="002676"/>
              </a:buClr>
              <a:buSzPts val="5200"/>
              <a:buNone/>
              <a:defRPr sz="5200">
                <a:solidFill>
                  <a:srgbClr val="002676"/>
                </a:solidFill>
              </a:defRPr>
            </a:lvl7pPr>
            <a:lvl8pPr lvl="7" rtl="0">
              <a:spcBef>
                <a:spcPts val="0"/>
              </a:spcBef>
              <a:spcAft>
                <a:spcPts val="0"/>
              </a:spcAft>
              <a:buClr>
                <a:srgbClr val="002676"/>
              </a:buClr>
              <a:buSzPts val="5200"/>
              <a:buNone/>
              <a:defRPr sz="5200">
                <a:solidFill>
                  <a:srgbClr val="002676"/>
                </a:solidFill>
              </a:defRPr>
            </a:lvl8pPr>
            <a:lvl9pPr lvl="8" rtl="0">
              <a:spcBef>
                <a:spcPts val="0"/>
              </a:spcBef>
              <a:spcAft>
                <a:spcPts val="0"/>
              </a:spcAft>
              <a:buClr>
                <a:srgbClr val="002676"/>
              </a:buClr>
              <a:buSzPts val="5200"/>
              <a:buNone/>
              <a:defRPr sz="5200">
                <a:solidFill>
                  <a:srgbClr val="002676"/>
                </a:solidFill>
              </a:defRPr>
            </a:lvl9pPr>
          </a:lstStyle>
          <a:p/>
        </p:txBody>
      </p:sp>
      <p:sp>
        <p:nvSpPr>
          <p:cNvPr id="93" name="Google Shape;93;p13"/>
          <p:cNvSpPr txBox="1"/>
          <p:nvPr>
            <p:ph idx="1" type="subTitle"/>
          </p:nvPr>
        </p:nvSpPr>
        <p:spPr>
          <a:xfrm>
            <a:off x="799475" y="2423575"/>
            <a:ext cx="3018300" cy="17898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002676"/>
              </a:buClr>
              <a:buSzPts val="1400"/>
              <a:buFont typeface="Inter Medium"/>
              <a:buNone/>
              <a:defRPr sz="1400">
                <a:solidFill>
                  <a:srgbClr val="002676"/>
                </a:solidFill>
                <a:latin typeface="Inter Medium"/>
                <a:ea typeface="Inter Medium"/>
                <a:cs typeface="Inter Medium"/>
                <a:sym typeface="Inter Medium"/>
              </a:defRPr>
            </a:lvl1pPr>
            <a:lvl2pPr lvl="1" rtl="0">
              <a:lnSpc>
                <a:spcPct val="100000"/>
              </a:lnSpc>
              <a:spcBef>
                <a:spcPts val="0"/>
              </a:spcBef>
              <a:spcAft>
                <a:spcPts val="0"/>
              </a:spcAft>
              <a:buClr>
                <a:srgbClr val="002676"/>
              </a:buClr>
              <a:buSzPts val="2800"/>
              <a:buNone/>
              <a:defRPr sz="2800">
                <a:solidFill>
                  <a:srgbClr val="002676"/>
                </a:solidFill>
              </a:defRPr>
            </a:lvl2pPr>
            <a:lvl3pPr lvl="2" rtl="0">
              <a:lnSpc>
                <a:spcPct val="100000"/>
              </a:lnSpc>
              <a:spcBef>
                <a:spcPts val="0"/>
              </a:spcBef>
              <a:spcAft>
                <a:spcPts val="0"/>
              </a:spcAft>
              <a:buClr>
                <a:srgbClr val="002676"/>
              </a:buClr>
              <a:buSzPts val="2800"/>
              <a:buNone/>
              <a:defRPr sz="2800">
                <a:solidFill>
                  <a:srgbClr val="002676"/>
                </a:solidFill>
              </a:defRPr>
            </a:lvl3pPr>
            <a:lvl4pPr lvl="3" rtl="0">
              <a:lnSpc>
                <a:spcPct val="100000"/>
              </a:lnSpc>
              <a:spcBef>
                <a:spcPts val="0"/>
              </a:spcBef>
              <a:spcAft>
                <a:spcPts val="0"/>
              </a:spcAft>
              <a:buClr>
                <a:srgbClr val="002676"/>
              </a:buClr>
              <a:buSzPts val="2800"/>
              <a:buNone/>
              <a:defRPr sz="2800">
                <a:solidFill>
                  <a:srgbClr val="002676"/>
                </a:solidFill>
              </a:defRPr>
            </a:lvl4pPr>
            <a:lvl5pPr lvl="4" rtl="0">
              <a:lnSpc>
                <a:spcPct val="100000"/>
              </a:lnSpc>
              <a:spcBef>
                <a:spcPts val="0"/>
              </a:spcBef>
              <a:spcAft>
                <a:spcPts val="0"/>
              </a:spcAft>
              <a:buClr>
                <a:srgbClr val="002676"/>
              </a:buClr>
              <a:buSzPts val="2800"/>
              <a:buNone/>
              <a:defRPr sz="2800">
                <a:solidFill>
                  <a:srgbClr val="002676"/>
                </a:solidFill>
              </a:defRPr>
            </a:lvl5pPr>
            <a:lvl6pPr lvl="5" rtl="0">
              <a:lnSpc>
                <a:spcPct val="100000"/>
              </a:lnSpc>
              <a:spcBef>
                <a:spcPts val="0"/>
              </a:spcBef>
              <a:spcAft>
                <a:spcPts val="0"/>
              </a:spcAft>
              <a:buClr>
                <a:srgbClr val="002676"/>
              </a:buClr>
              <a:buSzPts val="2800"/>
              <a:buNone/>
              <a:defRPr sz="2800">
                <a:solidFill>
                  <a:srgbClr val="002676"/>
                </a:solidFill>
              </a:defRPr>
            </a:lvl6pPr>
            <a:lvl7pPr lvl="6" rtl="0">
              <a:lnSpc>
                <a:spcPct val="100000"/>
              </a:lnSpc>
              <a:spcBef>
                <a:spcPts val="0"/>
              </a:spcBef>
              <a:spcAft>
                <a:spcPts val="0"/>
              </a:spcAft>
              <a:buClr>
                <a:srgbClr val="002676"/>
              </a:buClr>
              <a:buSzPts val="2800"/>
              <a:buNone/>
              <a:defRPr sz="2800">
                <a:solidFill>
                  <a:srgbClr val="002676"/>
                </a:solidFill>
              </a:defRPr>
            </a:lvl7pPr>
            <a:lvl8pPr lvl="7" rtl="0">
              <a:lnSpc>
                <a:spcPct val="100000"/>
              </a:lnSpc>
              <a:spcBef>
                <a:spcPts val="0"/>
              </a:spcBef>
              <a:spcAft>
                <a:spcPts val="0"/>
              </a:spcAft>
              <a:buClr>
                <a:srgbClr val="002676"/>
              </a:buClr>
              <a:buSzPts val="2800"/>
              <a:buNone/>
              <a:defRPr sz="2800">
                <a:solidFill>
                  <a:srgbClr val="002676"/>
                </a:solidFill>
              </a:defRPr>
            </a:lvl8pPr>
            <a:lvl9pPr lvl="8" rtl="0">
              <a:lnSpc>
                <a:spcPct val="100000"/>
              </a:lnSpc>
              <a:spcBef>
                <a:spcPts val="0"/>
              </a:spcBef>
              <a:spcAft>
                <a:spcPts val="0"/>
              </a:spcAft>
              <a:buClr>
                <a:srgbClr val="002676"/>
              </a:buClr>
              <a:buSzPts val="2800"/>
              <a:buNone/>
              <a:defRPr sz="2800">
                <a:solidFill>
                  <a:srgbClr val="002676"/>
                </a:solidFill>
              </a:defRPr>
            </a:lvl9pPr>
          </a:lstStyle>
          <a:p/>
        </p:txBody>
      </p:sp>
      <p:sp>
        <p:nvSpPr>
          <p:cNvPr id="94" name="Google Shape;9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5" name="Google Shape;95;p13"/>
          <p:cNvSpPr txBox="1"/>
          <p:nvPr>
            <p:ph idx="2" type="subTitle"/>
          </p:nvPr>
        </p:nvSpPr>
        <p:spPr>
          <a:xfrm>
            <a:off x="5420825" y="914400"/>
            <a:ext cx="3118500" cy="3299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002676"/>
              </a:buClr>
              <a:buSzPts val="1400"/>
              <a:buFont typeface="Inter Medium"/>
              <a:buNone/>
              <a:defRPr sz="1400">
                <a:solidFill>
                  <a:srgbClr val="002676"/>
                </a:solidFill>
                <a:latin typeface="Inter Medium"/>
                <a:ea typeface="Inter Medium"/>
                <a:cs typeface="Inter Medium"/>
                <a:sym typeface="Inter Medium"/>
              </a:defRPr>
            </a:lvl1pPr>
            <a:lvl2pPr lvl="1" rtl="0">
              <a:lnSpc>
                <a:spcPct val="100000"/>
              </a:lnSpc>
              <a:spcBef>
                <a:spcPts val="0"/>
              </a:spcBef>
              <a:spcAft>
                <a:spcPts val="0"/>
              </a:spcAft>
              <a:buClr>
                <a:srgbClr val="002676"/>
              </a:buClr>
              <a:buSzPts val="2800"/>
              <a:buNone/>
              <a:defRPr sz="2800">
                <a:solidFill>
                  <a:srgbClr val="002676"/>
                </a:solidFill>
              </a:defRPr>
            </a:lvl2pPr>
            <a:lvl3pPr lvl="2" rtl="0">
              <a:lnSpc>
                <a:spcPct val="100000"/>
              </a:lnSpc>
              <a:spcBef>
                <a:spcPts val="0"/>
              </a:spcBef>
              <a:spcAft>
                <a:spcPts val="0"/>
              </a:spcAft>
              <a:buClr>
                <a:srgbClr val="002676"/>
              </a:buClr>
              <a:buSzPts val="2800"/>
              <a:buNone/>
              <a:defRPr sz="2800">
                <a:solidFill>
                  <a:srgbClr val="002676"/>
                </a:solidFill>
              </a:defRPr>
            </a:lvl3pPr>
            <a:lvl4pPr lvl="3" rtl="0">
              <a:lnSpc>
                <a:spcPct val="100000"/>
              </a:lnSpc>
              <a:spcBef>
                <a:spcPts val="0"/>
              </a:spcBef>
              <a:spcAft>
                <a:spcPts val="0"/>
              </a:spcAft>
              <a:buClr>
                <a:srgbClr val="002676"/>
              </a:buClr>
              <a:buSzPts val="2800"/>
              <a:buNone/>
              <a:defRPr sz="2800">
                <a:solidFill>
                  <a:srgbClr val="002676"/>
                </a:solidFill>
              </a:defRPr>
            </a:lvl4pPr>
            <a:lvl5pPr lvl="4" rtl="0">
              <a:lnSpc>
                <a:spcPct val="100000"/>
              </a:lnSpc>
              <a:spcBef>
                <a:spcPts val="0"/>
              </a:spcBef>
              <a:spcAft>
                <a:spcPts val="0"/>
              </a:spcAft>
              <a:buClr>
                <a:srgbClr val="002676"/>
              </a:buClr>
              <a:buSzPts val="2800"/>
              <a:buNone/>
              <a:defRPr sz="2800">
                <a:solidFill>
                  <a:srgbClr val="002676"/>
                </a:solidFill>
              </a:defRPr>
            </a:lvl5pPr>
            <a:lvl6pPr lvl="5" rtl="0">
              <a:lnSpc>
                <a:spcPct val="100000"/>
              </a:lnSpc>
              <a:spcBef>
                <a:spcPts val="0"/>
              </a:spcBef>
              <a:spcAft>
                <a:spcPts val="0"/>
              </a:spcAft>
              <a:buClr>
                <a:srgbClr val="002676"/>
              </a:buClr>
              <a:buSzPts val="2800"/>
              <a:buNone/>
              <a:defRPr sz="2800">
                <a:solidFill>
                  <a:srgbClr val="002676"/>
                </a:solidFill>
              </a:defRPr>
            </a:lvl6pPr>
            <a:lvl7pPr lvl="6" rtl="0">
              <a:lnSpc>
                <a:spcPct val="100000"/>
              </a:lnSpc>
              <a:spcBef>
                <a:spcPts val="0"/>
              </a:spcBef>
              <a:spcAft>
                <a:spcPts val="0"/>
              </a:spcAft>
              <a:buClr>
                <a:srgbClr val="002676"/>
              </a:buClr>
              <a:buSzPts val="2800"/>
              <a:buNone/>
              <a:defRPr sz="2800">
                <a:solidFill>
                  <a:srgbClr val="002676"/>
                </a:solidFill>
              </a:defRPr>
            </a:lvl7pPr>
            <a:lvl8pPr lvl="7" rtl="0">
              <a:lnSpc>
                <a:spcPct val="100000"/>
              </a:lnSpc>
              <a:spcBef>
                <a:spcPts val="0"/>
              </a:spcBef>
              <a:spcAft>
                <a:spcPts val="0"/>
              </a:spcAft>
              <a:buClr>
                <a:srgbClr val="002676"/>
              </a:buClr>
              <a:buSzPts val="2800"/>
              <a:buNone/>
              <a:defRPr sz="2800">
                <a:solidFill>
                  <a:srgbClr val="002676"/>
                </a:solidFill>
              </a:defRPr>
            </a:lvl8pPr>
            <a:lvl9pPr lvl="8" rtl="0">
              <a:lnSpc>
                <a:spcPct val="100000"/>
              </a:lnSpc>
              <a:spcBef>
                <a:spcPts val="0"/>
              </a:spcBef>
              <a:spcAft>
                <a:spcPts val="0"/>
              </a:spcAft>
              <a:buClr>
                <a:srgbClr val="002676"/>
              </a:buClr>
              <a:buSzPts val="2800"/>
              <a:buNone/>
              <a:defRPr sz="2800">
                <a:solidFill>
                  <a:srgbClr val="002676"/>
                </a:solidFill>
              </a:defRPr>
            </a:lvl9pPr>
          </a:lstStyle>
          <a:p/>
        </p:txBody>
      </p:sp>
    </p:spTree>
  </p:cSld>
  <p:clrMapOvr>
    <a:masterClrMapping/>
  </p:clrMapOvr>
  <p:extLst>
    <p:ext uri="{DCECCB84-F9BA-43D5-87BE-67443E8EF086}">
      <p15:sldGuideLst>
        <p15:guide id="1" pos="576">
          <p15:clr>
            <a:srgbClr val="E46962"/>
          </p15:clr>
        </p15:guide>
        <p15:guide id="2" orient="horz" pos="576">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 Title only">
  <p:cSld name="TITLE_2_1">
    <p:spTree>
      <p:nvGrpSpPr>
        <p:cNvPr id="96" name="Shape 96"/>
        <p:cNvGrpSpPr/>
        <p:nvPr/>
      </p:nvGrpSpPr>
      <p:grpSpPr>
        <a:xfrm>
          <a:off x="0" y="0"/>
          <a:ext cx="0" cy="0"/>
          <a:chOff x="0" y="0"/>
          <a:chExt cx="0" cy="0"/>
        </a:xfrm>
      </p:grpSpPr>
      <p:pic>
        <p:nvPicPr>
          <p:cNvPr id="97" name="Google Shape;97;p14"/>
          <p:cNvPicPr preferRelativeResize="0"/>
          <p:nvPr/>
        </p:nvPicPr>
        <p:blipFill>
          <a:blip r:embed="rId2">
            <a:alphaModFix/>
          </a:blip>
          <a:stretch>
            <a:fillRect/>
          </a:stretch>
        </p:blipFill>
        <p:spPr>
          <a:xfrm>
            <a:off x="0" y="0"/>
            <a:ext cx="9144003" cy="5143490"/>
          </a:xfrm>
          <a:prstGeom prst="rect">
            <a:avLst/>
          </a:prstGeom>
          <a:noFill/>
          <a:ln>
            <a:noFill/>
          </a:ln>
        </p:spPr>
      </p:pic>
      <p:sp>
        <p:nvSpPr>
          <p:cNvPr id="98" name="Google Shape;98;p14"/>
          <p:cNvSpPr txBox="1"/>
          <p:nvPr>
            <p:ph type="ctrTitle"/>
          </p:nvPr>
        </p:nvSpPr>
        <p:spPr>
          <a:xfrm>
            <a:off x="799475" y="714000"/>
            <a:ext cx="5343000" cy="14754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2676"/>
              </a:buClr>
              <a:buSzPts val="3600"/>
              <a:buFont typeface="Inter Black"/>
              <a:buNone/>
              <a:defRPr sz="3600">
                <a:solidFill>
                  <a:srgbClr val="002676"/>
                </a:solidFill>
                <a:latin typeface="Inter Black"/>
                <a:ea typeface="Inter Black"/>
                <a:cs typeface="Inter Black"/>
                <a:sym typeface="Inter Black"/>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99" name="Google Shape;9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orient="horz" pos="576">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 Main point">
  <p:cSld name="TITLE_2_1_1">
    <p:spTree>
      <p:nvGrpSpPr>
        <p:cNvPr id="100" name="Shape 100"/>
        <p:cNvGrpSpPr/>
        <p:nvPr/>
      </p:nvGrpSpPr>
      <p:grpSpPr>
        <a:xfrm>
          <a:off x="0" y="0"/>
          <a:ext cx="0" cy="0"/>
          <a:chOff x="0" y="0"/>
          <a:chExt cx="0" cy="0"/>
        </a:xfrm>
      </p:grpSpPr>
      <p:pic>
        <p:nvPicPr>
          <p:cNvPr id="101" name="Google Shape;101;p15"/>
          <p:cNvPicPr preferRelativeResize="0"/>
          <p:nvPr/>
        </p:nvPicPr>
        <p:blipFill>
          <a:blip r:embed="rId2">
            <a:alphaModFix/>
          </a:blip>
          <a:stretch>
            <a:fillRect/>
          </a:stretch>
        </p:blipFill>
        <p:spPr>
          <a:xfrm>
            <a:off x="0" y="0"/>
            <a:ext cx="9143997" cy="5143507"/>
          </a:xfrm>
          <a:prstGeom prst="rect">
            <a:avLst/>
          </a:prstGeom>
          <a:noFill/>
          <a:ln>
            <a:noFill/>
          </a:ln>
        </p:spPr>
      </p:pic>
      <p:sp>
        <p:nvSpPr>
          <p:cNvPr id="102" name="Google Shape;102;p15"/>
          <p:cNvSpPr txBox="1"/>
          <p:nvPr>
            <p:ph type="ctrTitle"/>
          </p:nvPr>
        </p:nvSpPr>
        <p:spPr>
          <a:xfrm>
            <a:off x="799475" y="1580275"/>
            <a:ext cx="7253400" cy="26916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2676"/>
              </a:buClr>
              <a:buSzPts val="4800"/>
              <a:buFont typeface="Inter Black"/>
              <a:buNone/>
              <a:defRPr sz="4800">
                <a:solidFill>
                  <a:srgbClr val="002676"/>
                </a:solidFill>
                <a:latin typeface="Inter Black"/>
                <a:ea typeface="Inter Black"/>
                <a:cs typeface="Inter Black"/>
                <a:sym typeface="Inter Black"/>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103" name="Google Shape;103;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orient="horz" pos="576">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Blank">
  <p:cSld name="TITLE_2_1_1_2">
    <p:spTree>
      <p:nvGrpSpPr>
        <p:cNvPr id="104" name="Shape 104"/>
        <p:cNvGrpSpPr/>
        <p:nvPr/>
      </p:nvGrpSpPr>
      <p:grpSpPr>
        <a:xfrm>
          <a:off x="0" y="0"/>
          <a:ext cx="0" cy="0"/>
          <a:chOff x="0" y="0"/>
          <a:chExt cx="0" cy="0"/>
        </a:xfrm>
      </p:grpSpPr>
      <p:sp>
        <p:nvSpPr>
          <p:cNvPr id="105" name="Google Shape;10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orient="horz" pos="576">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wo column numerical comparison">
  <p:cSld name="TITLE_2_1_1_1">
    <p:spTree>
      <p:nvGrpSpPr>
        <p:cNvPr id="106" name="Shape 106"/>
        <p:cNvGrpSpPr/>
        <p:nvPr/>
      </p:nvGrpSpPr>
      <p:grpSpPr>
        <a:xfrm>
          <a:off x="0" y="0"/>
          <a:ext cx="0" cy="0"/>
          <a:chOff x="0" y="0"/>
          <a:chExt cx="0" cy="0"/>
        </a:xfrm>
      </p:grpSpPr>
      <p:pic>
        <p:nvPicPr>
          <p:cNvPr id="107" name="Google Shape;107;p17"/>
          <p:cNvPicPr preferRelativeResize="0"/>
          <p:nvPr/>
        </p:nvPicPr>
        <p:blipFill>
          <a:blip r:embed="rId2">
            <a:alphaModFix/>
          </a:blip>
          <a:stretch>
            <a:fillRect/>
          </a:stretch>
        </p:blipFill>
        <p:spPr>
          <a:xfrm>
            <a:off x="0" y="0"/>
            <a:ext cx="9144003" cy="5143501"/>
          </a:xfrm>
          <a:prstGeom prst="rect">
            <a:avLst/>
          </a:prstGeom>
          <a:noFill/>
          <a:ln>
            <a:noFill/>
          </a:ln>
        </p:spPr>
      </p:pic>
      <p:sp>
        <p:nvSpPr>
          <p:cNvPr id="108" name="Google Shape;108;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17"/>
          <p:cNvSpPr txBox="1"/>
          <p:nvPr>
            <p:ph hasCustomPrompt="1" type="title"/>
          </p:nvPr>
        </p:nvSpPr>
        <p:spPr>
          <a:xfrm>
            <a:off x="786550" y="546475"/>
            <a:ext cx="3031200" cy="19635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2676"/>
              </a:buClr>
              <a:buSzPts val="7200"/>
              <a:buFont typeface="Inter Black"/>
              <a:buNone/>
              <a:defRPr sz="7200">
                <a:solidFill>
                  <a:srgbClr val="002676"/>
                </a:solidFill>
                <a:latin typeface="Inter Black"/>
                <a:ea typeface="Inter Black"/>
                <a:cs typeface="Inter Black"/>
                <a:sym typeface="Inter Black"/>
              </a:defRPr>
            </a:lvl1pPr>
            <a:lvl2pPr lvl="1" rtl="0" algn="ctr">
              <a:spcBef>
                <a:spcPts val="0"/>
              </a:spcBef>
              <a:spcAft>
                <a:spcPts val="0"/>
              </a:spcAft>
              <a:buClr>
                <a:srgbClr val="002676"/>
              </a:buClr>
              <a:buSzPts val="12000"/>
              <a:buNone/>
              <a:defRPr sz="12000">
                <a:solidFill>
                  <a:srgbClr val="002676"/>
                </a:solidFill>
              </a:defRPr>
            </a:lvl2pPr>
            <a:lvl3pPr lvl="2" rtl="0" algn="ctr">
              <a:spcBef>
                <a:spcPts val="0"/>
              </a:spcBef>
              <a:spcAft>
                <a:spcPts val="0"/>
              </a:spcAft>
              <a:buClr>
                <a:srgbClr val="002676"/>
              </a:buClr>
              <a:buSzPts val="12000"/>
              <a:buNone/>
              <a:defRPr sz="12000">
                <a:solidFill>
                  <a:srgbClr val="002676"/>
                </a:solidFill>
              </a:defRPr>
            </a:lvl3pPr>
            <a:lvl4pPr lvl="3" rtl="0" algn="ctr">
              <a:spcBef>
                <a:spcPts val="0"/>
              </a:spcBef>
              <a:spcAft>
                <a:spcPts val="0"/>
              </a:spcAft>
              <a:buClr>
                <a:srgbClr val="002676"/>
              </a:buClr>
              <a:buSzPts val="12000"/>
              <a:buNone/>
              <a:defRPr sz="12000">
                <a:solidFill>
                  <a:srgbClr val="002676"/>
                </a:solidFill>
              </a:defRPr>
            </a:lvl4pPr>
            <a:lvl5pPr lvl="4" rtl="0" algn="ctr">
              <a:spcBef>
                <a:spcPts val="0"/>
              </a:spcBef>
              <a:spcAft>
                <a:spcPts val="0"/>
              </a:spcAft>
              <a:buClr>
                <a:srgbClr val="002676"/>
              </a:buClr>
              <a:buSzPts val="12000"/>
              <a:buNone/>
              <a:defRPr sz="12000">
                <a:solidFill>
                  <a:srgbClr val="002676"/>
                </a:solidFill>
              </a:defRPr>
            </a:lvl5pPr>
            <a:lvl6pPr lvl="5" rtl="0" algn="ctr">
              <a:spcBef>
                <a:spcPts val="0"/>
              </a:spcBef>
              <a:spcAft>
                <a:spcPts val="0"/>
              </a:spcAft>
              <a:buClr>
                <a:srgbClr val="002676"/>
              </a:buClr>
              <a:buSzPts val="12000"/>
              <a:buNone/>
              <a:defRPr sz="12000">
                <a:solidFill>
                  <a:srgbClr val="002676"/>
                </a:solidFill>
              </a:defRPr>
            </a:lvl6pPr>
            <a:lvl7pPr lvl="6" rtl="0" algn="ctr">
              <a:spcBef>
                <a:spcPts val="0"/>
              </a:spcBef>
              <a:spcAft>
                <a:spcPts val="0"/>
              </a:spcAft>
              <a:buClr>
                <a:srgbClr val="002676"/>
              </a:buClr>
              <a:buSzPts val="12000"/>
              <a:buNone/>
              <a:defRPr sz="12000">
                <a:solidFill>
                  <a:srgbClr val="002676"/>
                </a:solidFill>
              </a:defRPr>
            </a:lvl7pPr>
            <a:lvl8pPr lvl="7" rtl="0" algn="ctr">
              <a:spcBef>
                <a:spcPts val="0"/>
              </a:spcBef>
              <a:spcAft>
                <a:spcPts val="0"/>
              </a:spcAft>
              <a:buClr>
                <a:srgbClr val="002676"/>
              </a:buClr>
              <a:buSzPts val="12000"/>
              <a:buNone/>
              <a:defRPr sz="12000">
                <a:solidFill>
                  <a:srgbClr val="002676"/>
                </a:solidFill>
              </a:defRPr>
            </a:lvl8pPr>
            <a:lvl9pPr lvl="8" rtl="0" algn="ctr">
              <a:spcBef>
                <a:spcPts val="0"/>
              </a:spcBef>
              <a:spcAft>
                <a:spcPts val="0"/>
              </a:spcAft>
              <a:buClr>
                <a:srgbClr val="002676"/>
              </a:buClr>
              <a:buSzPts val="12000"/>
              <a:buNone/>
              <a:defRPr sz="12000">
                <a:solidFill>
                  <a:srgbClr val="002676"/>
                </a:solidFill>
              </a:defRPr>
            </a:lvl9pPr>
          </a:lstStyle>
          <a:p>
            <a:r>
              <a:t>xx%</a:t>
            </a:r>
          </a:p>
        </p:txBody>
      </p:sp>
      <p:sp>
        <p:nvSpPr>
          <p:cNvPr id="110" name="Google Shape;110;p17"/>
          <p:cNvSpPr txBox="1"/>
          <p:nvPr>
            <p:ph hasCustomPrompt="1" idx="2" type="title"/>
          </p:nvPr>
        </p:nvSpPr>
        <p:spPr>
          <a:xfrm>
            <a:off x="5420825" y="546475"/>
            <a:ext cx="2978400" cy="19635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2676"/>
              </a:buClr>
              <a:buSzPts val="7200"/>
              <a:buFont typeface="Inter Black"/>
              <a:buNone/>
              <a:defRPr sz="7200">
                <a:solidFill>
                  <a:srgbClr val="002676"/>
                </a:solidFill>
                <a:latin typeface="Inter Black"/>
                <a:ea typeface="Inter Black"/>
                <a:cs typeface="Inter Black"/>
                <a:sym typeface="Inter Black"/>
              </a:defRPr>
            </a:lvl1pPr>
            <a:lvl2pPr lvl="1" rtl="0" algn="ctr">
              <a:spcBef>
                <a:spcPts val="0"/>
              </a:spcBef>
              <a:spcAft>
                <a:spcPts val="0"/>
              </a:spcAft>
              <a:buClr>
                <a:srgbClr val="002676"/>
              </a:buClr>
              <a:buSzPts val="12000"/>
              <a:buNone/>
              <a:defRPr sz="12000">
                <a:solidFill>
                  <a:srgbClr val="002676"/>
                </a:solidFill>
              </a:defRPr>
            </a:lvl2pPr>
            <a:lvl3pPr lvl="2" rtl="0" algn="ctr">
              <a:spcBef>
                <a:spcPts val="0"/>
              </a:spcBef>
              <a:spcAft>
                <a:spcPts val="0"/>
              </a:spcAft>
              <a:buClr>
                <a:srgbClr val="002676"/>
              </a:buClr>
              <a:buSzPts val="12000"/>
              <a:buNone/>
              <a:defRPr sz="12000">
                <a:solidFill>
                  <a:srgbClr val="002676"/>
                </a:solidFill>
              </a:defRPr>
            </a:lvl3pPr>
            <a:lvl4pPr lvl="3" rtl="0" algn="ctr">
              <a:spcBef>
                <a:spcPts val="0"/>
              </a:spcBef>
              <a:spcAft>
                <a:spcPts val="0"/>
              </a:spcAft>
              <a:buClr>
                <a:srgbClr val="002676"/>
              </a:buClr>
              <a:buSzPts val="12000"/>
              <a:buNone/>
              <a:defRPr sz="12000">
                <a:solidFill>
                  <a:srgbClr val="002676"/>
                </a:solidFill>
              </a:defRPr>
            </a:lvl4pPr>
            <a:lvl5pPr lvl="4" rtl="0" algn="ctr">
              <a:spcBef>
                <a:spcPts val="0"/>
              </a:spcBef>
              <a:spcAft>
                <a:spcPts val="0"/>
              </a:spcAft>
              <a:buClr>
                <a:srgbClr val="002676"/>
              </a:buClr>
              <a:buSzPts val="12000"/>
              <a:buNone/>
              <a:defRPr sz="12000">
                <a:solidFill>
                  <a:srgbClr val="002676"/>
                </a:solidFill>
              </a:defRPr>
            </a:lvl5pPr>
            <a:lvl6pPr lvl="5" rtl="0" algn="ctr">
              <a:spcBef>
                <a:spcPts val="0"/>
              </a:spcBef>
              <a:spcAft>
                <a:spcPts val="0"/>
              </a:spcAft>
              <a:buClr>
                <a:srgbClr val="002676"/>
              </a:buClr>
              <a:buSzPts val="12000"/>
              <a:buNone/>
              <a:defRPr sz="12000">
                <a:solidFill>
                  <a:srgbClr val="002676"/>
                </a:solidFill>
              </a:defRPr>
            </a:lvl6pPr>
            <a:lvl7pPr lvl="6" rtl="0" algn="ctr">
              <a:spcBef>
                <a:spcPts val="0"/>
              </a:spcBef>
              <a:spcAft>
                <a:spcPts val="0"/>
              </a:spcAft>
              <a:buClr>
                <a:srgbClr val="002676"/>
              </a:buClr>
              <a:buSzPts val="12000"/>
              <a:buNone/>
              <a:defRPr sz="12000">
                <a:solidFill>
                  <a:srgbClr val="002676"/>
                </a:solidFill>
              </a:defRPr>
            </a:lvl7pPr>
            <a:lvl8pPr lvl="7" rtl="0" algn="ctr">
              <a:spcBef>
                <a:spcPts val="0"/>
              </a:spcBef>
              <a:spcAft>
                <a:spcPts val="0"/>
              </a:spcAft>
              <a:buClr>
                <a:srgbClr val="002676"/>
              </a:buClr>
              <a:buSzPts val="12000"/>
              <a:buNone/>
              <a:defRPr sz="12000">
                <a:solidFill>
                  <a:srgbClr val="002676"/>
                </a:solidFill>
              </a:defRPr>
            </a:lvl8pPr>
            <a:lvl9pPr lvl="8" rtl="0" algn="ctr">
              <a:spcBef>
                <a:spcPts val="0"/>
              </a:spcBef>
              <a:spcAft>
                <a:spcPts val="0"/>
              </a:spcAft>
              <a:buClr>
                <a:srgbClr val="002676"/>
              </a:buClr>
              <a:buSzPts val="12000"/>
              <a:buNone/>
              <a:defRPr sz="12000">
                <a:solidFill>
                  <a:srgbClr val="002676"/>
                </a:solidFill>
              </a:defRPr>
            </a:lvl9pPr>
          </a:lstStyle>
          <a:p>
            <a:r>
              <a:t>xx%</a:t>
            </a:r>
          </a:p>
        </p:txBody>
      </p:sp>
      <p:sp>
        <p:nvSpPr>
          <p:cNvPr id="111" name="Google Shape;111;p17"/>
          <p:cNvSpPr txBox="1"/>
          <p:nvPr>
            <p:ph idx="1" type="subTitle"/>
          </p:nvPr>
        </p:nvSpPr>
        <p:spPr>
          <a:xfrm>
            <a:off x="799475" y="2423575"/>
            <a:ext cx="3018300" cy="17898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002676"/>
              </a:buClr>
              <a:buSzPts val="1400"/>
              <a:buFont typeface="Inter Medium"/>
              <a:buNone/>
              <a:defRPr sz="1400">
                <a:solidFill>
                  <a:srgbClr val="002676"/>
                </a:solidFill>
                <a:latin typeface="Inter Medium"/>
                <a:ea typeface="Inter Medium"/>
                <a:cs typeface="Inter Medium"/>
                <a:sym typeface="Inter Medium"/>
              </a:defRPr>
            </a:lvl1pPr>
            <a:lvl2pPr lvl="1" rtl="0">
              <a:lnSpc>
                <a:spcPct val="100000"/>
              </a:lnSpc>
              <a:spcBef>
                <a:spcPts val="0"/>
              </a:spcBef>
              <a:spcAft>
                <a:spcPts val="0"/>
              </a:spcAft>
              <a:buClr>
                <a:srgbClr val="002676"/>
              </a:buClr>
              <a:buSzPts val="2800"/>
              <a:buNone/>
              <a:defRPr sz="2800">
                <a:solidFill>
                  <a:srgbClr val="002676"/>
                </a:solidFill>
              </a:defRPr>
            </a:lvl2pPr>
            <a:lvl3pPr lvl="2" rtl="0">
              <a:lnSpc>
                <a:spcPct val="100000"/>
              </a:lnSpc>
              <a:spcBef>
                <a:spcPts val="0"/>
              </a:spcBef>
              <a:spcAft>
                <a:spcPts val="0"/>
              </a:spcAft>
              <a:buClr>
                <a:srgbClr val="002676"/>
              </a:buClr>
              <a:buSzPts val="2800"/>
              <a:buNone/>
              <a:defRPr sz="2800">
                <a:solidFill>
                  <a:srgbClr val="002676"/>
                </a:solidFill>
              </a:defRPr>
            </a:lvl3pPr>
            <a:lvl4pPr lvl="3" rtl="0">
              <a:lnSpc>
                <a:spcPct val="100000"/>
              </a:lnSpc>
              <a:spcBef>
                <a:spcPts val="0"/>
              </a:spcBef>
              <a:spcAft>
                <a:spcPts val="0"/>
              </a:spcAft>
              <a:buClr>
                <a:srgbClr val="002676"/>
              </a:buClr>
              <a:buSzPts val="2800"/>
              <a:buNone/>
              <a:defRPr sz="2800">
                <a:solidFill>
                  <a:srgbClr val="002676"/>
                </a:solidFill>
              </a:defRPr>
            </a:lvl4pPr>
            <a:lvl5pPr lvl="4" rtl="0">
              <a:lnSpc>
                <a:spcPct val="100000"/>
              </a:lnSpc>
              <a:spcBef>
                <a:spcPts val="0"/>
              </a:spcBef>
              <a:spcAft>
                <a:spcPts val="0"/>
              </a:spcAft>
              <a:buClr>
                <a:srgbClr val="002676"/>
              </a:buClr>
              <a:buSzPts val="2800"/>
              <a:buNone/>
              <a:defRPr sz="2800">
                <a:solidFill>
                  <a:srgbClr val="002676"/>
                </a:solidFill>
              </a:defRPr>
            </a:lvl5pPr>
            <a:lvl6pPr lvl="5" rtl="0">
              <a:lnSpc>
                <a:spcPct val="100000"/>
              </a:lnSpc>
              <a:spcBef>
                <a:spcPts val="0"/>
              </a:spcBef>
              <a:spcAft>
                <a:spcPts val="0"/>
              </a:spcAft>
              <a:buClr>
                <a:srgbClr val="002676"/>
              </a:buClr>
              <a:buSzPts val="2800"/>
              <a:buNone/>
              <a:defRPr sz="2800">
                <a:solidFill>
                  <a:srgbClr val="002676"/>
                </a:solidFill>
              </a:defRPr>
            </a:lvl6pPr>
            <a:lvl7pPr lvl="6" rtl="0">
              <a:lnSpc>
                <a:spcPct val="100000"/>
              </a:lnSpc>
              <a:spcBef>
                <a:spcPts val="0"/>
              </a:spcBef>
              <a:spcAft>
                <a:spcPts val="0"/>
              </a:spcAft>
              <a:buClr>
                <a:srgbClr val="002676"/>
              </a:buClr>
              <a:buSzPts val="2800"/>
              <a:buNone/>
              <a:defRPr sz="2800">
                <a:solidFill>
                  <a:srgbClr val="002676"/>
                </a:solidFill>
              </a:defRPr>
            </a:lvl7pPr>
            <a:lvl8pPr lvl="7" rtl="0">
              <a:lnSpc>
                <a:spcPct val="100000"/>
              </a:lnSpc>
              <a:spcBef>
                <a:spcPts val="0"/>
              </a:spcBef>
              <a:spcAft>
                <a:spcPts val="0"/>
              </a:spcAft>
              <a:buClr>
                <a:srgbClr val="002676"/>
              </a:buClr>
              <a:buSzPts val="2800"/>
              <a:buNone/>
              <a:defRPr sz="2800">
                <a:solidFill>
                  <a:srgbClr val="002676"/>
                </a:solidFill>
              </a:defRPr>
            </a:lvl8pPr>
            <a:lvl9pPr lvl="8" rtl="0">
              <a:lnSpc>
                <a:spcPct val="100000"/>
              </a:lnSpc>
              <a:spcBef>
                <a:spcPts val="0"/>
              </a:spcBef>
              <a:spcAft>
                <a:spcPts val="0"/>
              </a:spcAft>
              <a:buClr>
                <a:srgbClr val="002676"/>
              </a:buClr>
              <a:buSzPts val="2800"/>
              <a:buNone/>
              <a:defRPr sz="2800">
                <a:solidFill>
                  <a:srgbClr val="002676"/>
                </a:solidFill>
              </a:defRPr>
            </a:lvl9pPr>
          </a:lstStyle>
          <a:p/>
        </p:txBody>
      </p:sp>
      <p:sp>
        <p:nvSpPr>
          <p:cNvPr id="112" name="Google Shape;112;p17"/>
          <p:cNvSpPr txBox="1"/>
          <p:nvPr>
            <p:ph idx="3" type="subTitle"/>
          </p:nvPr>
        </p:nvSpPr>
        <p:spPr>
          <a:xfrm>
            <a:off x="5420825" y="2423575"/>
            <a:ext cx="3118500" cy="17898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002676"/>
              </a:buClr>
              <a:buSzPts val="1400"/>
              <a:buFont typeface="Inter Medium"/>
              <a:buNone/>
              <a:defRPr sz="1400">
                <a:solidFill>
                  <a:srgbClr val="002676"/>
                </a:solidFill>
                <a:latin typeface="Inter Medium"/>
                <a:ea typeface="Inter Medium"/>
                <a:cs typeface="Inter Medium"/>
                <a:sym typeface="Inter Medium"/>
              </a:defRPr>
            </a:lvl1pPr>
            <a:lvl2pPr lvl="1" rtl="0">
              <a:lnSpc>
                <a:spcPct val="100000"/>
              </a:lnSpc>
              <a:spcBef>
                <a:spcPts val="0"/>
              </a:spcBef>
              <a:spcAft>
                <a:spcPts val="0"/>
              </a:spcAft>
              <a:buClr>
                <a:srgbClr val="002676"/>
              </a:buClr>
              <a:buSzPts val="2800"/>
              <a:buNone/>
              <a:defRPr sz="2800">
                <a:solidFill>
                  <a:srgbClr val="002676"/>
                </a:solidFill>
              </a:defRPr>
            </a:lvl2pPr>
            <a:lvl3pPr lvl="2" rtl="0">
              <a:lnSpc>
                <a:spcPct val="100000"/>
              </a:lnSpc>
              <a:spcBef>
                <a:spcPts val="0"/>
              </a:spcBef>
              <a:spcAft>
                <a:spcPts val="0"/>
              </a:spcAft>
              <a:buClr>
                <a:srgbClr val="002676"/>
              </a:buClr>
              <a:buSzPts val="2800"/>
              <a:buNone/>
              <a:defRPr sz="2800">
                <a:solidFill>
                  <a:srgbClr val="002676"/>
                </a:solidFill>
              </a:defRPr>
            </a:lvl3pPr>
            <a:lvl4pPr lvl="3" rtl="0">
              <a:lnSpc>
                <a:spcPct val="100000"/>
              </a:lnSpc>
              <a:spcBef>
                <a:spcPts val="0"/>
              </a:spcBef>
              <a:spcAft>
                <a:spcPts val="0"/>
              </a:spcAft>
              <a:buClr>
                <a:srgbClr val="002676"/>
              </a:buClr>
              <a:buSzPts val="2800"/>
              <a:buNone/>
              <a:defRPr sz="2800">
                <a:solidFill>
                  <a:srgbClr val="002676"/>
                </a:solidFill>
              </a:defRPr>
            </a:lvl4pPr>
            <a:lvl5pPr lvl="4" rtl="0">
              <a:lnSpc>
                <a:spcPct val="100000"/>
              </a:lnSpc>
              <a:spcBef>
                <a:spcPts val="0"/>
              </a:spcBef>
              <a:spcAft>
                <a:spcPts val="0"/>
              </a:spcAft>
              <a:buClr>
                <a:srgbClr val="002676"/>
              </a:buClr>
              <a:buSzPts val="2800"/>
              <a:buNone/>
              <a:defRPr sz="2800">
                <a:solidFill>
                  <a:srgbClr val="002676"/>
                </a:solidFill>
              </a:defRPr>
            </a:lvl5pPr>
            <a:lvl6pPr lvl="5" rtl="0">
              <a:lnSpc>
                <a:spcPct val="100000"/>
              </a:lnSpc>
              <a:spcBef>
                <a:spcPts val="0"/>
              </a:spcBef>
              <a:spcAft>
                <a:spcPts val="0"/>
              </a:spcAft>
              <a:buClr>
                <a:srgbClr val="002676"/>
              </a:buClr>
              <a:buSzPts val="2800"/>
              <a:buNone/>
              <a:defRPr sz="2800">
                <a:solidFill>
                  <a:srgbClr val="002676"/>
                </a:solidFill>
              </a:defRPr>
            </a:lvl6pPr>
            <a:lvl7pPr lvl="6" rtl="0">
              <a:lnSpc>
                <a:spcPct val="100000"/>
              </a:lnSpc>
              <a:spcBef>
                <a:spcPts val="0"/>
              </a:spcBef>
              <a:spcAft>
                <a:spcPts val="0"/>
              </a:spcAft>
              <a:buClr>
                <a:srgbClr val="002676"/>
              </a:buClr>
              <a:buSzPts val="2800"/>
              <a:buNone/>
              <a:defRPr sz="2800">
                <a:solidFill>
                  <a:srgbClr val="002676"/>
                </a:solidFill>
              </a:defRPr>
            </a:lvl7pPr>
            <a:lvl8pPr lvl="7" rtl="0">
              <a:lnSpc>
                <a:spcPct val="100000"/>
              </a:lnSpc>
              <a:spcBef>
                <a:spcPts val="0"/>
              </a:spcBef>
              <a:spcAft>
                <a:spcPts val="0"/>
              </a:spcAft>
              <a:buClr>
                <a:srgbClr val="002676"/>
              </a:buClr>
              <a:buSzPts val="2800"/>
              <a:buNone/>
              <a:defRPr sz="2800">
                <a:solidFill>
                  <a:srgbClr val="002676"/>
                </a:solidFill>
              </a:defRPr>
            </a:lvl8pPr>
            <a:lvl9pPr lvl="8" rtl="0">
              <a:lnSpc>
                <a:spcPct val="100000"/>
              </a:lnSpc>
              <a:spcBef>
                <a:spcPts val="0"/>
              </a:spcBef>
              <a:spcAft>
                <a:spcPts val="0"/>
              </a:spcAft>
              <a:buClr>
                <a:srgbClr val="002676"/>
              </a:buClr>
              <a:buSzPts val="2800"/>
              <a:buNone/>
              <a:defRPr sz="2800">
                <a:solidFill>
                  <a:srgbClr val="002676"/>
                </a:solidFill>
              </a:defRPr>
            </a:lvl9pPr>
          </a:lstStyle>
          <a:p/>
        </p:txBody>
      </p:sp>
    </p:spTree>
  </p:cSld>
  <p:clrMapOvr>
    <a:masterClrMapping/>
  </p:clrMapOvr>
  <p:extLst>
    <p:ext uri="{DCECCB84-F9BA-43D5-87BE-67443E8EF086}">
      <p15:sldGuideLst>
        <p15:guide id="1" pos="576">
          <p15:clr>
            <a:srgbClr val="E46962"/>
          </p15:clr>
        </p15:guide>
        <p15:guide id="2" orient="horz" pos="576">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Numbers">
  <p:cSld name="TITLE_2_1_1_1_1">
    <p:spTree>
      <p:nvGrpSpPr>
        <p:cNvPr id="113" name="Shape 113"/>
        <p:cNvGrpSpPr/>
        <p:nvPr/>
      </p:nvGrpSpPr>
      <p:grpSpPr>
        <a:xfrm>
          <a:off x="0" y="0"/>
          <a:ext cx="0" cy="0"/>
          <a:chOff x="0" y="0"/>
          <a:chExt cx="0" cy="0"/>
        </a:xfrm>
      </p:grpSpPr>
      <p:pic>
        <p:nvPicPr>
          <p:cNvPr id="114" name="Google Shape;114;p18"/>
          <p:cNvPicPr preferRelativeResize="0"/>
          <p:nvPr/>
        </p:nvPicPr>
        <p:blipFill>
          <a:blip r:embed="rId2">
            <a:alphaModFix/>
          </a:blip>
          <a:stretch>
            <a:fillRect/>
          </a:stretch>
        </p:blipFill>
        <p:spPr>
          <a:xfrm>
            <a:off x="0" y="0"/>
            <a:ext cx="9144003" cy="5143499"/>
          </a:xfrm>
          <a:prstGeom prst="rect">
            <a:avLst/>
          </a:prstGeom>
          <a:noFill/>
          <a:ln>
            <a:noFill/>
          </a:ln>
        </p:spPr>
      </p:pic>
      <p:sp>
        <p:nvSpPr>
          <p:cNvPr id="115" name="Google Shape;115;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6" name="Google Shape;116;p18"/>
          <p:cNvSpPr txBox="1"/>
          <p:nvPr>
            <p:ph hasCustomPrompt="1" type="title"/>
          </p:nvPr>
        </p:nvSpPr>
        <p:spPr>
          <a:xfrm>
            <a:off x="786550" y="546475"/>
            <a:ext cx="3031200" cy="19635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2676"/>
              </a:buClr>
              <a:buSzPts val="7200"/>
              <a:buFont typeface="Inter Black"/>
              <a:buNone/>
              <a:defRPr sz="7200">
                <a:solidFill>
                  <a:srgbClr val="002676"/>
                </a:solidFill>
                <a:latin typeface="Inter Black"/>
                <a:ea typeface="Inter Black"/>
                <a:cs typeface="Inter Black"/>
                <a:sym typeface="Inter Black"/>
              </a:defRPr>
            </a:lvl1pPr>
            <a:lvl2pPr lvl="1" rtl="0" algn="ctr">
              <a:spcBef>
                <a:spcPts val="0"/>
              </a:spcBef>
              <a:spcAft>
                <a:spcPts val="0"/>
              </a:spcAft>
              <a:buClr>
                <a:srgbClr val="002676"/>
              </a:buClr>
              <a:buSzPts val="12000"/>
              <a:buNone/>
              <a:defRPr sz="12000">
                <a:solidFill>
                  <a:srgbClr val="002676"/>
                </a:solidFill>
              </a:defRPr>
            </a:lvl2pPr>
            <a:lvl3pPr lvl="2" rtl="0" algn="ctr">
              <a:spcBef>
                <a:spcPts val="0"/>
              </a:spcBef>
              <a:spcAft>
                <a:spcPts val="0"/>
              </a:spcAft>
              <a:buClr>
                <a:srgbClr val="002676"/>
              </a:buClr>
              <a:buSzPts val="12000"/>
              <a:buNone/>
              <a:defRPr sz="12000">
                <a:solidFill>
                  <a:srgbClr val="002676"/>
                </a:solidFill>
              </a:defRPr>
            </a:lvl3pPr>
            <a:lvl4pPr lvl="3" rtl="0" algn="ctr">
              <a:spcBef>
                <a:spcPts val="0"/>
              </a:spcBef>
              <a:spcAft>
                <a:spcPts val="0"/>
              </a:spcAft>
              <a:buClr>
                <a:srgbClr val="002676"/>
              </a:buClr>
              <a:buSzPts val="12000"/>
              <a:buNone/>
              <a:defRPr sz="12000">
                <a:solidFill>
                  <a:srgbClr val="002676"/>
                </a:solidFill>
              </a:defRPr>
            </a:lvl4pPr>
            <a:lvl5pPr lvl="4" rtl="0" algn="ctr">
              <a:spcBef>
                <a:spcPts val="0"/>
              </a:spcBef>
              <a:spcAft>
                <a:spcPts val="0"/>
              </a:spcAft>
              <a:buClr>
                <a:srgbClr val="002676"/>
              </a:buClr>
              <a:buSzPts val="12000"/>
              <a:buNone/>
              <a:defRPr sz="12000">
                <a:solidFill>
                  <a:srgbClr val="002676"/>
                </a:solidFill>
              </a:defRPr>
            </a:lvl5pPr>
            <a:lvl6pPr lvl="5" rtl="0" algn="ctr">
              <a:spcBef>
                <a:spcPts val="0"/>
              </a:spcBef>
              <a:spcAft>
                <a:spcPts val="0"/>
              </a:spcAft>
              <a:buClr>
                <a:srgbClr val="002676"/>
              </a:buClr>
              <a:buSzPts val="12000"/>
              <a:buNone/>
              <a:defRPr sz="12000">
                <a:solidFill>
                  <a:srgbClr val="002676"/>
                </a:solidFill>
              </a:defRPr>
            </a:lvl6pPr>
            <a:lvl7pPr lvl="6" rtl="0" algn="ctr">
              <a:spcBef>
                <a:spcPts val="0"/>
              </a:spcBef>
              <a:spcAft>
                <a:spcPts val="0"/>
              </a:spcAft>
              <a:buClr>
                <a:srgbClr val="002676"/>
              </a:buClr>
              <a:buSzPts val="12000"/>
              <a:buNone/>
              <a:defRPr sz="12000">
                <a:solidFill>
                  <a:srgbClr val="002676"/>
                </a:solidFill>
              </a:defRPr>
            </a:lvl7pPr>
            <a:lvl8pPr lvl="7" rtl="0" algn="ctr">
              <a:spcBef>
                <a:spcPts val="0"/>
              </a:spcBef>
              <a:spcAft>
                <a:spcPts val="0"/>
              </a:spcAft>
              <a:buClr>
                <a:srgbClr val="002676"/>
              </a:buClr>
              <a:buSzPts val="12000"/>
              <a:buNone/>
              <a:defRPr sz="12000">
                <a:solidFill>
                  <a:srgbClr val="002676"/>
                </a:solidFill>
              </a:defRPr>
            </a:lvl8pPr>
            <a:lvl9pPr lvl="8" rtl="0" algn="ctr">
              <a:spcBef>
                <a:spcPts val="0"/>
              </a:spcBef>
              <a:spcAft>
                <a:spcPts val="0"/>
              </a:spcAft>
              <a:buClr>
                <a:srgbClr val="002676"/>
              </a:buClr>
              <a:buSzPts val="12000"/>
              <a:buNone/>
              <a:defRPr sz="12000">
                <a:solidFill>
                  <a:srgbClr val="002676"/>
                </a:solidFill>
              </a:defRPr>
            </a:lvl9pPr>
          </a:lstStyle>
          <a:p>
            <a:r>
              <a:t>xx%</a:t>
            </a:r>
          </a:p>
        </p:txBody>
      </p:sp>
      <p:sp>
        <p:nvSpPr>
          <p:cNvPr id="117" name="Google Shape;117;p18"/>
          <p:cNvSpPr txBox="1"/>
          <p:nvPr>
            <p:ph idx="1" type="subTitle"/>
          </p:nvPr>
        </p:nvSpPr>
        <p:spPr>
          <a:xfrm>
            <a:off x="799475" y="2423575"/>
            <a:ext cx="3018300" cy="17898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002676"/>
              </a:buClr>
              <a:buSzPts val="1400"/>
              <a:buFont typeface="Inter Medium"/>
              <a:buNone/>
              <a:defRPr sz="1400">
                <a:solidFill>
                  <a:srgbClr val="002676"/>
                </a:solidFill>
                <a:latin typeface="Inter Medium"/>
                <a:ea typeface="Inter Medium"/>
                <a:cs typeface="Inter Medium"/>
                <a:sym typeface="Inter Medium"/>
              </a:defRPr>
            </a:lvl1pPr>
            <a:lvl2pPr lvl="1" rtl="0">
              <a:lnSpc>
                <a:spcPct val="100000"/>
              </a:lnSpc>
              <a:spcBef>
                <a:spcPts val="0"/>
              </a:spcBef>
              <a:spcAft>
                <a:spcPts val="0"/>
              </a:spcAft>
              <a:buClr>
                <a:srgbClr val="002676"/>
              </a:buClr>
              <a:buSzPts val="2800"/>
              <a:buNone/>
              <a:defRPr sz="2800">
                <a:solidFill>
                  <a:srgbClr val="002676"/>
                </a:solidFill>
              </a:defRPr>
            </a:lvl2pPr>
            <a:lvl3pPr lvl="2" rtl="0">
              <a:lnSpc>
                <a:spcPct val="100000"/>
              </a:lnSpc>
              <a:spcBef>
                <a:spcPts val="0"/>
              </a:spcBef>
              <a:spcAft>
                <a:spcPts val="0"/>
              </a:spcAft>
              <a:buClr>
                <a:srgbClr val="002676"/>
              </a:buClr>
              <a:buSzPts val="2800"/>
              <a:buNone/>
              <a:defRPr sz="2800">
                <a:solidFill>
                  <a:srgbClr val="002676"/>
                </a:solidFill>
              </a:defRPr>
            </a:lvl3pPr>
            <a:lvl4pPr lvl="3" rtl="0">
              <a:lnSpc>
                <a:spcPct val="100000"/>
              </a:lnSpc>
              <a:spcBef>
                <a:spcPts val="0"/>
              </a:spcBef>
              <a:spcAft>
                <a:spcPts val="0"/>
              </a:spcAft>
              <a:buClr>
                <a:srgbClr val="002676"/>
              </a:buClr>
              <a:buSzPts val="2800"/>
              <a:buNone/>
              <a:defRPr sz="2800">
                <a:solidFill>
                  <a:srgbClr val="002676"/>
                </a:solidFill>
              </a:defRPr>
            </a:lvl4pPr>
            <a:lvl5pPr lvl="4" rtl="0">
              <a:lnSpc>
                <a:spcPct val="100000"/>
              </a:lnSpc>
              <a:spcBef>
                <a:spcPts val="0"/>
              </a:spcBef>
              <a:spcAft>
                <a:spcPts val="0"/>
              </a:spcAft>
              <a:buClr>
                <a:srgbClr val="002676"/>
              </a:buClr>
              <a:buSzPts val="2800"/>
              <a:buNone/>
              <a:defRPr sz="2800">
                <a:solidFill>
                  <a:srgbClr val="002676"/>
                </a:solidFill>
              </a:defRPr>
            </a:lvl5pPr>
            <a:lvl6pPr lvl="5" rtl="0">
              <a:lnSpc>
                <a:spcPct val="100000"/>
              </a:lnSpc>
              <a:spcBef>
                <a:spcPts val="0"/>
              </a:spcBef>
              <a:spcAft>
                <a:spcPts val="0"/>
              </a:spcAft>
              <a:buClr>
                <a:srgbClr val="002676"/>
              </a:buClr>
              <a:buSzPts val="2800"/>
              <a:buNone/>
              <a:defRPr sz="2800">
                <a:solidFill>
                  <a:srgbClr val="002676"/>
                </a:solidFill>
              </a:defRPr>
            </a:lvl6pPr>
            <a:lvl7pPr lvl="6" rtl="0">
              <a:lnSpc>
                <a:spcPct val="100000"/>
              </a:lnSpc>
              <a:spcBef>
                <a:spcPts val="0"/>
              </a:spcBef>
              <a:spcAft>
                <a:spcPts val="0"/>
              </a:spcAft>
              <a:buClr>
                <a:srgbClr val="002676"/>
              </a:buClr>
              <a:buSzPts val="2800"/>
              <a:buNone/>
              <a:defRPr sz="2800">
                <a:solidFill>
                  <a:srgbClr val="002676"/>
                </a:solidFill>
              </a:defRPr>
            </a:lvl7pPr>
            <a:lvl8pPr lvl="7" rtl="0">
              <a:lnSpc>
                <a:spcPct val="100000"/>
              </a:lnSpc>
              <a:spcBef>
                <a:spcPts val="0"/>
              </a:spcBef>
              <a:spcAft>
                <a:spcPts val="0"/>
              </a:spcAft>
              <a:buClr>
                <a:srgbClr val="002676"/>
              </a:buClr>
              <a:buSzPts val="2800"/>
              <a:buNone/>
              <a:defRPr sz="2800">
                <a:solidFill>
                  <a:srgbClr val="002676"/>
                </a:solidFill>
              </a:defRPr>
            </a:lvl8pPr>
            <a:lvl9pPr lvl="8" rtl="0">
              <a:lnSpc>
                <a:spcPct val="100000"/>
              </a:lnSpc>
              <a:spcBef>
                <a:spcPts val="0"/>
              </a:spcBef>
              <a:spcAft>
                <a:spcPts val="0"/>
              </a:spcAft>
              <a:buClr>
                <a:srgbClr val="002676"/>
              </a:buClr>
              <a:buSzPts val="2800"/>
              <a:buNone/>
              <a:defRPr sz="2800">
                <a:solidFill>
                  <a:srgbClr val="002676"/>
                </a:solidFill>
              </a:defRPr>
            </a:lvl9pPr>
          </a:lstStyle>
          <a:p/>
        </p:txBody>
      </p:sp>
    </p:spTree>
  </p:cSld>
  <p:clrMapOvr>
    <a:masterClrMapping/>
  </p:clrMapOvr>
  <p:extLst>
    <p:ext uri="{DCECCB84-F9BA-43D5-87BE-67443E8EF086}">
      <p15:sldGuideLst>
        <p15:guide id="1" pos="576">
          <p15:clr>
            <a:srgbClr val="E46962"/>
          </p15:clr>
        </p15:guide>
        <p15:guide id="2" orient="horz" pos="576">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 Section header">
  <p:cSld name="TITLE_1">
    <p:spTree>
      <p:nvGrpSpPr>
        <p:cNvPr id="118" name="Shape 118"/>
        <p:cNvGrpSpPr/>
        <p:nvPr/>
      </p:nvGrpSpPr>
      <p:grpSpPr>
        <a:xfrm>
          <a:off x="0" y="0"/>
          <a:ext cx="0" cy="0"/>
          <a:chOff x="0" y="0"/>
          <a:chExt cx="0" cy="0"/>
        </a:xfrm>
      </p:grpSpPr>
      <p:pic>
        <p:nvPicPr>
          <p:cNvPr id="119" name="Google Shape;119;p19"/>
          <p:cNvPicPr preferRelativeResize="0"/>
          <p:nvPr/>
        </p:nvPicPr>
        <p:blipFill>
          <a:blip r:embed="rId2">
            <a:alphaModFix/>
          </a:blip>
          <a:stretch>
            <a:fillRect/>
          </a:stretch>
        </p:blipFill>
        <p:spPr>
          <a:xfrm>
            <a:off x="0" y="0"/>
            <a:ext cx="9144003" cy="5143490"/>
          </a:xfrm>
          <a:prstGeom prst="rect">
            <a:avLst/>
          </a:prstGeom>
          <a:noFill/>
          <a:ln>
            <a:noFill/>
          </a:ln>
        </p:spPr>
      </p:pic>
      <p:sp>
        <p:nvSpPr>
          <p:cNvPr id="120" name="Google Shape;120;p19"/>
          <p:cNvSpPr txBox="1"/>
          <p:nvPr>
            <p:ph type="ctrTitle"/>
          </p:nvPr>
        </p:nvSpPr>
        <p:spPr>
          <a:xfrm>
            <a:off x="799475" y="714000"/>
            <a:ext cx="6226800" cy="1475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Font typeface="Inter Black"/>
              <a:buNone/>
              <a:defRPr sz="3600">
                <a:solidFill>
                  <a:schemeClr val="lt1"/>
                </a:solidFill>
                <a:latin typeface="Inter Black"/>
                <a:ea typeface="Inter Black"/>
                <a:cs typeface="Inter Black"/>
                <a:sym typeface="Inter Black"/>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121" name="Google Shape;121;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orient="horz" pos="576">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Quote">
  <p:cSld name="TITLE_1_1">
    <p:spTree>
      <p:nvGrpSpPr>
        <p:cNvPr id="122" name="Shape 122"/>
        <p:cNvGrpSpPr/>
        <p:nvPr/>
      </p:nvGrpSpPr>
      <p:grpSpPr>
        <a:xfrm>
          <a:off x="0" y="0"/>
          <a:ext cx="0" cy="0"/>
          <a:chOff x="0" y="0"/>
          <a:chExt cx="0" cy="0"/>
        </a:xfrm>
      </p:grpSpPr>
      <p:pic>
        <p:nvPicPr>
          <p:cNvPr id="123" name="Google Shape;123;p20"/>
          <p:cNvPicPr preferRelativeResize="0"/>
          <p:nvPr/>
        </p:nvPicPr>
        <p:blipFill>
          <a:blip r:embed="rId2">
            <a:alphaModFix/>
          </a:blip>
          <a:stretch>
            <a:fillRect/>
          </a:stretch>
        </p:blipFill>
        <p:spPr>
          <a:xfrm>
            <a:off x="0" y="0"/>
            <a:ext cx="9144003" cy="5143510"/>
          </a:xfrm>
          <a:prstGeom prst="rect">
            <a:avLst/>
          </a:prstGeom>
          <a:noFill/>
          <a:ln>
            <a:noFill/>
          </a:ln>
        </p:spPr>
      </p:pic>
      <p:sp>
        <p:nvSpPr>
          <p:cNvPr id="124" name="Google Shape;124;p20"/>
          <p:cNvSpPr txBox="1"/>
          <p:nvPr>
            <p:ph type="ctrTitle"/>
          </p:nvPr>
        </p:nvSpPr>
        <p:spPr>
          <a:xfrm>
            <a:off x="799475" y="714000"/>
            <a:ext cx="6226800" cy="14754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002676"/>
              </a:buClr>
              <a:buSzPts val="3600"/>
              <a:buFont typeface="Inter Black"/>
              <a:buNone/>
              <a:defRPr sz="3600">
                <a:solidFill>
                  <a:srgbClr val="002676"/>
                </a:solidFill>
                <a:latin typeface="Inter Black"/>
                <a:ea typeface="Inter Black"/>
                <a:cs typeface="Inter Black"/>
                <a:sym typeface="Inter Black"/>
              </a:defRPr>
            </a:lvl1pPr>
            <a:lvl2pPr lvl="1" rtl="0">
              <a:spcBef>
                <a:spcPts val="0"/>
              </a:spcBef>
              <a:spcAft>
                <a:spcPts val="0"/>
              </a:spcAft>
              <a:buClr>
                <a:srgbClr val="002676"/>
              </a:buClr>
              <a:buSzPts val="5200"/>
              <a:buNone/>
              <a:defRPr sz="5200">
                <a:solidFill>
                  <a:srgbClr val="002676"/>
                </a:solidFill>
              </a:defRPr>
            </a:lvl2pPr>
            <a:lvl3pPr lvl="2" rtl="0">
              <a:spcBef>
                <a:spcPts val="0"/>
              </a:spcBef>
              <a:spcAft>
                <a:spcPts val="0"/>
              </a:spcAft>
              <a:buClr>
                <a:srgbClr val="002676"/>
              </a:buClr>
              <a:buSzPts val="5200"/>
              <a:buNone/>
              <a:defRPr sz="5200">
                <a:solidFill>
                  <a:srgbClr val="002676"/>
                </a:solidFill>
              </a:defRPr>
            </a:lvl3pPr>
            <a:lvl4pPr lvl="3" rtl="0">
              <a:spcBef>
                <a:spcPts val="0"/>
              </a:spcBef>
              <a:spcAft>
                <a:spcPts val="0"/>
              </a:spcAft>
              <a:buClr>
                <a:srgbClr val="002676"/>
              </a:buClr>
              <a:buSzPts val="5200"/>
              <a:buNone/>
              <a:defRPr sz="5200">
                <a:solidFill>
                  <a:srgbClr val="002676"/>
                </a:solidFill>
              </a:defRPr>
            </a:lvl4pPr>
            <a:lvl5pPr lvl="4" rtl="0">
              <a:spcBef>
                <a:spcPts val="0"/>
              </a:spcBef>
              <a:spcAft>
                <a:spcPts val="0"/>
              </a:spcAft>
              <a:buClr>
                <a:srgbClr val="002676"/>
              </a:buClr>
              <a:buSzPts val="5200"/>
              <a:buNone/>
              <a:defRPr sz="5200">
                <a:solidFill>
                  <a:srgbClr val="002676"/>
                </a:solidFill>
              </a:defRPr>
            </a:lvl5pPr>
            <a:lvl6pPr lvl="5" rtl="0">
              <a:spcBef>
                <a:spcPts val="0"/>
              </a:spcBef>
              <a:spcAft>
                <a:spcPts val="0"/>
              </a:spcAft>
              <a:buClr>
                <a:srgbClr val="002676"/>
              </a:buClr>
              <a:buSzPts val="5200"/>
              <a:buNone/>
              <a:defRPr sz="5200">
                <a:solidFill>
                  <a:srgbClr val="002676"/>
                </a:solidFill>
              </a:defRPr>
            </a:lvl6pPr>
            <a:lvl7pPr lvl="6" rtl="0">
              <a:spcBef>
                <a:spcPts val="0"/>
              </a:spcBef>
              <a:spcAft>
                <a:spcPts val="0"/>
              </a:spcAft>
              <a:buClr>
                <a:srgbClr val="002676"/>
              </a:buClr>
              <a:buSzPts val="5200"/>
              <a:buNone/>
              <a:defRPr sz="5200">
                <a:solidFill>
                  <a:srgbClr val="002676"/>
                </a:solidFill>
              </a:defRPr>
            </a:lvl7pPr>
            <a:lvl8pPr lvl="7" rtl="0">
              <a:spcBef>
                <a:spcPts val="0"/>
              </a:spcBef>
              <a:spcAft>
                <a:spcPts val="0"/>
              </a:spcAft>
              <a:buClr>
                <a:srgbClr val="002676"/>
              </a:buClr>
              <a:buSzPts val="5200"/>
              <a:buNone/>
              <a:defRPr sz="5200">
                <a:solidFill>
                  <a:srgbClr val="002676"/>
                </a:solidFill>
              </a:defRPr>
            </a:lvl8pPr>
            <a:lvl9pPr lvl="8" rtl="0">
              <a:spcBef>
                <a:spcPts val="0"/>
              </a:spcBef>
              <a:spcAft>
                <a:spcPts val="0"/>
              </a:spcAft>
              <a:buClr>
                <a:srgbClr val="002676"/>
              </a:buClr>
              <a:buSzPts val="5200"/>
              <a:buNone/>
              <a:defRPr sz="5200">
                <a:solidFill>
                  <a:srgbClr val="002676"/>
                </a:solidFill>
              </a:defRPr>
            </a:lvl9pPr>
          </a:lstStyle>
          <a:p/>
        </p:txBody>
      </p:sp>
      <p:sp>
        <p:nvSpPr>
          <p:cNvPr id="125" name="Google Shape;125;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0"/>
          <p:cNvSpPr txBox="1"/>
          <p:nvPr>
            <p:ph idx="1" type="subTitle"/>
          </p:nvPr>
        </p:nvSpPr>
        <p:spPr>
          <a:xfrm>
            <a:off x="799475" y="3485275"/>
            <a:ext cx="6226800" cy="4329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002676"/>
              </a:buClr>
              <a:buSzPts val="1400"/>
              <a:buFont typeface="Inter Medium"/>
              <a:buNone/>
              <a:defRPr sz="1400">
                <a:solidFill>
                  <a:srgbClr val="002676"/>
                </a:solidFill>
                <a:latin typeface="Inter Medium"/>
                <a:ea typeface="Inter Medium"/>
                <a:cs typeface="Inter Medium"/>
                <a:sym typeface="Inter Medium"/>
              </a:defRPr>
            </a:lvl1pPr>
            <a:lvl2pPr lvl="1" rtl="0">
              <a:lnSpc>
                <a:spcPct val="100000"/>
              </a:lnSpc>
              <a:spcBef>
                <a:spcPts val="0"/>
              </a:spcBef>
              <a:spcAft>
                <a:spcPts val="0"/>
              </a:spcAft>
              <a:buClr>
                <a:srgbClr val="002676"/>
              </a:buClr>
              <a:buSzPts val="2800"/>
              <a:buNone/>
              <a:defRPr sz="2800">
                <a:solidFill>
                  <a:srgbClr val="002676"/>
                </a:solidFill>
              </a:defRPr>
            </a:lvl2pPr>
            <a:lvl3pPr lvl="2" rtl="0">
              <a:lnSpc>
                <a:spcPct val="100000"/>
              </a:lnSpc>
              <a:spcBef>
                <a:spcPts val="0"/>
              </a:spcBef>
              <a:spcAft>
                <a:spcPts val="0"/>
              </a:spcAft>
              <a:buClr>
                <a:srgbClr val="002676"/>
              </a:buClr>
              <a:buSzPts val="2800"/>
              <a:buNone/>
              <a:defRPr sz="2800">
                <a:solidFill>
                  <a:srgbClr val="002676"/>
                </a:solidFill>
              </a:defRPr>
            </a:lvl3pPr>
            <a:lvl4pPr lvl="3" rtl="0">
              <a:lnSpc>
                <a:spcPct val="100000"/>
              </a:lnSpc>
              <a:spcBef>
                <a:spcPts val="0"/>
              </a:spcBef>
              <a:spcAft>
                <a:spcPts val="0"/>
              </a:spcAft>
              <a:buClr>
                <a:srgbClr val="002676"/>
              </a:buClr>
              <a:buSzPts val="2800"/>
              <a:buNone/>
              <a:defRPr sz="2800">
                <a:solidFill>
                  <a:srgbClr val="002676"/>
                </a:solidFill>
              </a:defRPr>
            </a:lvl4pPr>
            <a:lvl5pPr lvl="4" rtl="0">
              <a:lnSpc>
                <a:spcPct val="100000"/>
              </a:lnSpc>
              <a:spcBef>
                <a:spcPts val="0"/>
              </a:spcBef>
              <a:spcAft>
                <a:spcPts val="0"/>
              </a:spcAft>
              <a:buClr>
                <a:srgbClr val="002676"/>
              </a:buClr>
              <a:buSzPts val="2800"/>
              <a:buNone/>
              <a:defRPr sz="2800">
                <a:solidFill>
                  <a:srgbClr val="002676"/>
                </a:solidFill>
              </a:defRPr>
            </a:lvl5pPr>
            <a:lvl6pPr lvl="5" rtl="0">
              <a:lnSpc>
                <a:spcPct val="100000"/>
              </a:lnSpc>
              <a:spcBef>
                <a:spcPts val="0"/>
              </a:spcBef>
              <a:spcAft>
                <a:spcPts val="0"/>
              </a:spcAft>
              <a:buClr>
                <a:srgbClr val="002676"/>
              </a:buClr>
              <a:buSzPts val="2800"/>
              <a:buNone/>
              <a:defRPr sz="2800">
                <a:solidFill>
                  <a:srgbClr val="002676"/>
                </a:solidFill>
              </a:defRPr>
            </a:lvl6pPr>
            <a:lvl7pPr lvl="6" rtl="0">
              <a:lnSpc>
                <a:spcPct val="100000"/>
              </a:lnSpc>
              <a:spcBef>
                <a:spcPts val="0"/>
              </a:spcBef>
              <a:spcAft>
                <a:spcPts val="0"/>
              </a:spcAft>
              <a:buClr>
                <a:srgbClr val="002676"/>
              </a:buClr>
              <a:buSzPts val="2800"/>
              <a:buNone/>
              <a:defRPr sz="2800">
                <a:solidFill>
                  <a:srgbClr val="002676"/>
                </a:solidFill>
              </a:defRPr>
            </a:lvl7pPr>
            <a:lvl8pPr lvl="7" rtl="0">
              <a:lnSpc>
                <a:spcPct val="100000"/>
              </a:lnSpc>
              <a:spcBef>
                <a:spcPts val="0"/>
              </a:spcBef>
              <a:spcAft>
                <a:spcPts val="0"/>
              </a:spcAft>
              <a:buClr>
                <a:srgbClr val="002676"/>
              </a:buClr>
              <a:buSzPts val="2800"/>
              <a:buNone/>
              <a:defRPr sz="2800">
                <a:solidFill>
                  <a:srgbClr val="002676"/>
                </a:solidFill>
              </a:defRPr>
            </a:lvl8pPr>
            <a:lvl9pPr lvl="8" rtl="0">
              <a:lnSpc>
                <a:spcPct val="100000"/>
              </a:lnSpc>
              <a:spcBef>
                <a:spcPts val="0"/>
              </a:spcBef>
              <a:spcAft>
                <a:spcPts val="0"/>
              </a:spcAft>
              <a:buClr>
                <a:srgbClr val="002676"/>
              </a:buClr>
              <a:buSzPts val="2800"/>
              <a:buNone/>
              <a:defRPr sz="2800">
                <a:solidFill>
                  <a:srgbClr val="002676"/>
                </a:solidFill>
              </a:defRPr>
            </a:lvl9pPr>
          </a:lstStyle>
          <a:p/>
        </p:txBody>
      </p:sp>
    </p:spTree>
  </p:cSld>
  <p:clrMapOvr>
    <a:masterClrMapping/>
  </p:clrMapOvr>
  <p:extLst>
    <p:ext uri="{DCECCB84-F9BA-43D5-87BE-67443E8EF086}">
      <p15:sldGuideLst>
        <p15:guide id="1" pos="576">
          <p15:clr>
            <a:srgbClr val="E46962"/>
          </p15:clr>
        </p15:guide>
        <p15:guide id="2" orient="horz" pos="576">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blank">
  <p:cSld name="BLANK">
    <p:spTree>
      <p:nvGrpSpPr>
        <p:cNvPr id="127" name="Shape 127"/>
        <p:cNvGrpSpPr/>
        <p:nvPr/>
      </p:nvGrpSpPr>
      <p:grpSpPr>
        <a:xfrm>
          <a:off x="0" y="0"/>
          <a:ext cx="0" cy="0"/>
          <a:chOff x="0" y="0"/>
          <a:chExt cx="0" cy="0"/>
        </a:xfrm>
      </p:grpSpPr>
      <p:sp>
        <p:nvSpPr>
          <p:cNvPr id="128" name="Google Shape;128;p21"/>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lvl1pPr lvl="0" algn="r">
              <a:buSzPts val="800"/>
              <a:buNone/>
              <a:defRPr sz="800">
                <a:solidFill>
                  <a:schemeClr val="dk1"/>
                </a:solidFill>
                <a:latin typeface="IBM Plex Sans"/>
                <a:ea typeface="IBM Plex Sans"/>
                <a:cs typeface="IBM Plex Sans"/>
                <a:sym typeface="IBM Plex Sans"/>
              </a:defRPr>
            </a:lvl1pPr>
            <a:lvl2pPr lvl="1" algn="r">
              <a:buSzPts val="800"/>
              <a:buNone/>
              <a:defRPr sz="800">
                <a:solidFill>
                  <a:schemeClr val="dk1"/>
                </a:solidFill>
                <a:latin typeface="IBM Plex Sans"/>
                <a:ea typeface="IBM Plex Sans"/>
                <a:cs typeface="IBM Plex Sans"/>
                <a:sym typeface="IBM Plex Sans"/>
              </a:defRPr>
            </a:lvl2pPr>
            <a:lvl3pPr lvl="2" algn="r">
              <a:buSzPts val="800"/>
              <a:buNone/>
              <a:defRPr sz="800">
                <a:solidFill>
                  <a:schemeClr val="dk1"/>
                </a:solidFill>
                <a:latin typeface="IBM Plex Sans"/>
                <a:ea typeface="IBM Plex Sans"/>
                <a:cs typeface="IBM Plex Sans"/>
                <a:sym typeface="IBM Plex Sans"/>
              </a:defRPr>
            </a:lvl3pPr>
            <a:lvl4pPr lvl="3" algn="r">
              <a:buSzPts val="800"/>
              <a:buNone/>
              <a:defRPr sz="800">
                <a:solidFill>
                  <a:schemeClr val="dk1"/>
                </a:solidFill>
                <a:latin typeface="IBM Plex Sans"/>
                <a:ea typeface="IBM Plex Sans"/>
                <a:cs typeface="IBM Plex Sans"/>
                <a:sym typeface="IBM Plex Sans"/>
              </a:defRPr>
            </a:lvl4pPr>
            <a:lvl5pPr lvl="4" algn="r">
              <a:buSzPts val="800"/>
              <a:buNone/>
              <a:defRPr sz="800">
                <a:solidFill>
                  <a:schemeClr val="dk1"/>
                </a:solidFill>
                <a:latin typeface="IBM Plex Sans"/>
                <a:ea typeface="IBM Plex Sans"/>
                <a:cs typeface="IBM Plex Sans"/>
                <a:sym typeface="IBM Plex Sans"/>
              </a:defRPr>
            </a:lvl5pPr>
            <a:lvl6pPr lvl="5" algn="r">
              <a:buSzPts val="800"/>
              <a:buNone/>
              <a:defRPr sz="800">
                <a:solidFill>
                  <a:schemeClr val="dk1"/>
                </a:solidFill>
                <a:latin typeface="IBM Plex Sans"/>
                <a:ea typeface="IBM Plex Sans"/>
                <a:cs typeface="IBM Plex Sans"/>
                <a:sym typeface="IBM Plex Sans"/>
              </a:defRPr>
            </a:lvl6pPr>
            <a:lvl7pPr lvl="6" algn="r">
              <a:buSzPts val="800"/>
              <a:buNone/>
              <a:defRPr sz="800">
                <a:solidFill>
                  <a:schemeClr val="dk1"/>
                </a:solidFill>
                <a:latin typeface="IBM Plex Sans"/>
                <a:ea typeface="IBM Plex Sans"/>
                <a:cs typeface="IBM Plex Sans"/>
                <a:sym typeface="IBM Plex Sans"/>
              </a:defRPr>
            </a:lvl7pPr>
            <a:lvl8pPr lvl="7" algn="r">
              <a:buSzPts val="800"/>
              <a:buNone/>
              <a:defRPr sz="800">
                <a:solidFill>
                  <a:schemeClr val="dk1"/>
                </a:solidFill>
                <a:latin typeface="IBM Plex Sans"/>
                <a:ea typeface="IBM Plex Sans"/>
                <a:cs typeface="IBM Plex Sans"/>
                <a:sym typeface="IBM Plex Sans"/>
              </a:defRPr>
            </a:lvl8pPr>
            <a:lvl9pPr lvl="8" algn="r">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sp>
        <p:nvSpPr>
          <p:cNvPr id="129" name="Google Shape;129;p21"/>
          <p:cNvSpPr/>
          <p:nvPr/>
        </p:nvSpPr>
        <p:spPr>
          <a:xfrm rot="-5400000">
            <a:off x="5097975" y="1801250"/>
            <a:ext cx="8097300" cy="8097300"/>
          </a:xfrm>
          <a:prstGeom prst="arc">
            <a:avLst>
              <a:gd fmla="val 16801206" name="adj1"/>
              <a:gd fmla="val 1321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Light"/>
                <a:ea typeface="IBM Plex Sans Light"/>
                <a:cs typeface="IBM Plex Sans Light"/>
                <a:sym typeface="IBM Plex Sans Light"/>
              </a:rPr>
              <a:t> </a:t>
            </a:r>
            <a:endParaRPr>
              <a:solidFill>
                <a:schemeClr val="accent6"/>
              </a:solidFill>
              <a:latin typeface="IBM Plex Sans Light"/>
              <a:ea typeface="IBM Plex Sans Light"/>
              <a:cs typeface="IBM Plex Sans Light"/>
              <a:sym typeface="IBM Plex Sans Light"/>
            </a:endParaRPr>
          </a:p>
        </p:txBody>
      </p:sp>
      <p:sp>
        <p:nvSpPr>
          <p:cNvPr id="130" name="Google Shape;130;p21"/>
          <p:cNvSpPr/>
          <p:nvPr/>
        </p:nvSpPr>
        <p:spPr>
          <a:xfrm rot="-5400000">
            <a:off x="6469500" y="3176690"/>
            <a:ext cx="5354400" cy="5354700"/>
          </a:xfrm>
          <a:prstGeom prst="arc">
            <a:avLst>
              <a:gd fmla="val 17122104" name="adj1"/>
              <a:gd fmla="val 64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Light"/>
                <a:ea typeface="IBM Plex Sans Light"/>
                <a:cs typeface="IBM Plex Sans Light"/>
                <a:sym typeface="IBM Plex Sans Light"/>
              </a:rPr>
              <a:t> </a:t>
            </a:r>
            <a:endParaRPr>
              <a:solidFill>
                <a:schemeClr val="accent6"/>
              </a:solidFill>
              <a:latin typeface="IBM Plex Sans Light"/>
              <a:ea typeface="IBM Plex Sans Light"/>
              <a:cs typeface="IBM Plex Sans Light"/>
              <a:sym typeface="IBM Plex Sans Light"/>
            </a:endParaRPr>
          </a:p>
        </p:txBody>
      </p:sp>
      <p:sp>
        <p:nvSpPr>
          <p:cNvPr id="131" name="Google Shape;131;p21"/>
          <p:cNvSpPr/>
          <p:nvPr/>
        </p:nvSpPr>
        <p:spPr>
          <a:xfrm rot="-5400000">
            <a:off x="7851600" y="4554800"/>
            <a:ext cx="2590200" cy="2590500"/>
          </a:xfrm>
          <a:prstGeom prst="arc">
            <a:avLst>
              <a:gd fmla="val 18179106" name="adj1"/>
              <a:gd fmla="val 1321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Light"/>
              <a:ea typeface="IBM Plex Sans Light"/>
              <a:cs typeface="IBM Plex Sans Light"/>
              <a:sym typeface="IBM Plex Sans Light"/>
            </a:endParaRPr>
          </a:p>
        </p:txBody>
      </p:sp>
      <p:cxnSp>
        <p:nvCxnSpPr>
          <p:cNvPr id="132" name="Google Shape;132;p21"/>
          <p:cNvCxnSpPr/>
          <p:nvPr/>
        </p:nvCxnSpPr>
        <p:spPr>
          <a:xfrm>
            <a:off x="-3700" y="3178475"/>
            <a:ext cx="9144000" cy="0"/>
          </a:xfrm>
          <a:prstGeom prst="straightConnector1">
            <a:avLst/>
          </a:prstGeom>
          <a:noFill/>
          <a:ln cap="flat" cmpd="sng" w="9525">
            <a:solidFill>
              <a:schemeClr val="accent1"/>
            </a:solidFill>
            <a:prstDash val="solid"/>
            <a:round/>
            <a:headEnd len="med" w="med" type="none"/>
            <a:tailEnd len="med" w="med" type="none"/>
          </a:ln>
        </p:spPr>
      </p:cxnSp>
      <p:cxnSp>
        <p:nvCxnSpPr>
          <p:cNvPr id="133" name="Google Shape;133;p21"/>
          <p:cNvCxnSpPr/>
          <p:nvPr/>
        </p:nvCxnSpPr>
        <p:spPr>
          <a:xfrm>
            <a:off x="-3700" y="4555450"/>
            <a:ext cx="9144000" cy="0"/>
          </a:xfrm>
          <a:prstGeom prst="straightConnector1">
            <a:avLst/>
          </a:prstGeom>
          <a:noFill/>
          <a:ln cap="flat" cmpd="sng" w="9525">
            <a:solidFill>
              <a:schemeClr val="accent1"/>
            </a:solidFill>
            <a:prstDash val="solid"/>
            <a:round/>
            <a:headEnd len="med" w="med" type="none"/>
            <a:tailEnd len="med" w="med" type="none"/>
          </a:ln>
        </p:spPr>
      </p:cxnSp>
      <p:sp>
        <p:nvSpPr>
          <p:cNvPr id="134" name="Google Shape;134;p21"/>
          <p:cNvSpPr/>
          <p:nvPr/>
        </p:nvSpPr>
        <p:spPr>
          <a:xfrm>
            <a:off x="-704795" y="3178455"/>
            <a:ext cx="1377000" cy="1377000"/>
          </a:xfrm>
          <a:prstGeom prst="arc">
            <a:avLst>
              <a:gd fmla="val 16292481" name="adj1"/>
              <a:gd fmla="val 5314968"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Light"/>
              <a:ea typeface="IBM Plex Sans Light"/>
              <a:cs typeface="IBM Plex Sans Light"/>
              <a:sym typeface="IBM Plex Sans Light"/>
            </a:endParaRPr>
          </a:p>
        </p:txBody>
      </p:sp>
      <p:sp>
        <p:nvSpPr>
          <p:cNvPr id="135" name="Google Shape;135;p21"/>
          <p:cNvSpPr/>
          <p:nvPr/>
        </p:nvSpPr>
        <p:spPr>
          <a:xfrm rot="10800000">
            <a:off x="8451707" y="1801501"/>
            <a:ext cx="1377000" cy="1377000"/>
          </a:xfrm>
          <a:prstGeom prst="arc">
            <a:avLst>
              <a:gd fmla="val 16200000" name="adj1"/>
              <a:gd fmla="val 5431293"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Light"/>
              <a:ea typeface="IBM Plex Sans Light"/>
              <a:cs typeface="IBM Plex Sans Light"/>
              <a:sym typeface="IBM Plex Sans Light"/>
            </a:endParaRPr>
          </a:p>
        </p:txBody>
      </p:sp>
      <p:sp>
        <p:nvSpPr>
          <p:cNvPr id="136" name="Google Shape;136;p21"/>
          <p:cNvSpPr/>
          <p:nvPr/>
        </p:nvSpPr>
        <p:spPr>
          <a:xfrm rot="-5400000">
            <a:off x="5151857" y="4555451"/>
            <a:ext cx="1377000" cy="1377000"/>
          </a:xfrm>
          <a:prstGeom prst="arc">
            <a:avLst>
              <a:gd fmla="val 16691316" name="adj1"/>
              <a:gd fmla="val 4902631"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Light"/>
              <a:ea typeface="IBM Plex Sans Light"/>
              <a:cs typeface="IBM Plex Sans Light"/>
              <a:sym typeface="IBM Plex Sans Light"/>
            </a:endParaRPr>
          </a:p>
        </p:txBody>
      </p:sp>
      <p:sp>
        <p:nvSpPr>
          <p:cNvPr id="137" name="Google Shape;137;p21"/>
          <p:cNvSpPr txBox="1"/>
          <p:nvPr>
            <p:ph type="title"/>
          </p:nvPr>
        </p:nvSpPr>
        <p:spPr>
          <a:xfrm>
            <a:off x="436725" y="713744"/>
            <a:ext cx="4182300" cy="1726500"/>
          </a:xfrm>
          <a:prstGeom prst="rect">
            <a:avLst/>
          </a:prstGeom>
        </p:spPr>
        <p:txBody>
          <a:bodyPr anchorCtr="0" anchor="t" bIns="91425" lIns="0" spcFirstLastPara="1" rIns="91425" wrap="square" tIns="91425">
            <a:noAutofit/>
          </a:bodyPr>
          <a:lstStyle>
            <a:lvl1pPr lvl="0">
              <a:spcBef>
                <a:spcPts val="0"/>
              </a:spcBef>
              <a:spcAft>
                <a:spcPts val="0"/>
              </a:spcAft>
              <a:buNone/>
              <a:defRPr sz="4600"/>
            </a:lvl1pPr>
            <a:lvl2pPr lvl="1" algn="ctr">
              <a:lnSpc>
                <a:spcPct val="115000"/>
              </a:lnSpc>
              <a:spcBef>
                <a:spcPts val="0"/>
              </a:spcBef>
              <a:spcAft>
                <a:spcPts val="0"/>
              </a:spcAft>
              <a:buNone/>
              <a:defRPr sz="4600"/>
            </a:lvl2pPr>
            <a:lvl3pPr lvl="2" algn="ctr">
              <a:lnSpc>
                <a:spcPct val="115000"/>
              </a:lnSpc>
              <a:spcBef>
                <a:spcPts val="0"/>
              </a:spcBef>
              <a:spcAft>
                <a:spcPts val="0"/>
              </a:spcAft>
              <a:buNone/>
              <a:defRPr sz="4600"/>
            </a:lvl3pPr>
            <a:lvl4pPr lvl="3" algn="ctr">
              <a:lnSpc>
                <a:spcPct val="115000"/>
              </a:lnSpc>
              <a:spcBef>
                <a:spcPts val="0"/>
              </a:spcBef>
              <a:spcAft>
                <a:spcPts val="0"/>
              </a:spcAft>
              <a:buNone/>
              <a:defRPr sz="4600"/>
            </a:lvl4pPr>
            <a:lvl5pPr lvl="4" algn="ctr">
              <a:lnSpc>
                <a:spcPct val="115000"/>
              </a:lnSpc>
              <a:spcBef>
                <a:spcPts val="0"/>
              </a:spcBef>
              <a:spcAft>
                <a:spcPts val="0"/>
              </a:spcAft>
              <a:buNone/>
              <a:defRPr sz="4600"/>
            </a:lvl5pPr>
            <a:lvl6pPr lvl="5" algn="ctr">
              <a:lnSpc>
                <a:spcPct val="115000"/>
              </a:lnSpc>
              <a:spcBef>
                <a:spcPts val="0"/>
              </a:spcBef>
              <a:spcAft>
                <a:spcPts val="0"/>
              </a:spcAft>
              <a:buNone/>
              <a:defRPr sz="4600"/>
            </a:lvl6pPr>
            <a:lvl7pPr lvl="6" algn="ctr">
              <a:lnSpc>
                <a:spcPct val="115000"/>
              </a:lnSpc>
              <a:spcBef>
                <a:spcPts val="0"/>
              </a:spcBef>
              <a:spcAft>
                <a:spcPts val="0"/>
              </a:spcAft>
              <a:buNone/>
              <a:defRPr sz="4600"/>
            </a:lvl7pPr>
            <a:lvl8pPr lvl="7" algn="ctr">
              <a:lnSpc>
                <a:spcPct val="115000"/>
              </a:lnSpc>
              <a:spcBef>
                <a:spcPts val="0"/>
              </a:spcBef>
              <a:spcAft>
                <a:spcPts val="0"/>
              </a:spcAft>
              <a:buNone/>
              <a:defRPr sz="4600"/>
            </a:lvl8pPr>
            <a:lvl9pPr lvl="8" algn="ctr">
              <a:lnSpc>
                <a:spcPct val="115000"/>
              </a:lnSpc>
              <a:spcBef>
                <a:spcPts val="0"/>
              </a:spcBef>
              <a:spcAft>
                <a:spcPts val="0"/>
              </a:spcAft>
              <a:buNone/>
              <a:defRPr sz="4600"/>
            </a:lvl9pPr>
          </a:lstStyle>
          <a:p/>
        </p:txBody>
      </p:sp>
      <p:sp>
        <p:nvSpPr>
          <p:cNvPr id="138" name="Google Shape;138;p21"/>
          <p:cNvSpPr txBox="1"/>
          <p:nvPr>
            <p:ph idx="1" type="subTitle"/>
          </p:nvPr>
        </p:nvSpPr>
        <p:spPr>
          <a:xfrm>
            <a:off x="436725" y="4683700"/>
            <a:ext cx="4346700" cy="228600"/>
          </a:xfrm>
          <a:prstGeom prst="rect">
            <a:avLst/>
          </a:prstGeom>
        </p:spPr>
        <p:txBody>
          <a:bodyPr anchorCtr="0" anchor="b" bIns="0" lIns="0" spcFirstLastPara="1" rIns="91425" wrap="square" tIns="91425">
            <a:norm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cxnSp>
        <p:nvCxnSpPr>
          <p:cNvPr id="139" name="Google Shape;139;p21"/>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140" name="Google Shape;140;p21"/>
          <p:cNvSpPr txBox="1"/>
          <p:nvPr>
            <p:ph idx="2" type="subTitle"/>
          </p:nvPr>
        </p:nvSpPr>
        <p:spPr>
          <a:xfrm>
            <a:off x="6802800" y="230700"/>
            <a:ext cx="1050600" cy="1458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141" name="Google Shape;141;p21"/>
          <p:cNvSpPr txBox="1"/>
          <p:nvPr>
            <p:ph idx="3" type="subTitle"/>
          </p:nvPr>
        </p:nvSpPr>
        <p:spPr>
          <a:xfrm>
            <a:off x="436725" y="230700"/>
            <a:ext cx="1893000" cy="228600"/>
          </a:xfrm>
          <a:prstGeom prst="rect">
            <a:avLst/>
          </a:prstGeom>
        </p:spPr>
        <p:txBody>
          <a:bodyPr anchorCtr="0" anchor="t" bIns="0" lIns="0" spcFirstLastPara="1" rIns="91425" wrap="square" tIns="0">
            <a:norm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2_1">
    <p:bg>
      <p:bgPr>
        <a:solidFill>
          <a:schemeClr val="dk2"/>
        </a:solidFill>
      </p:bgPr>
    </p:bg>
    <p:spTree>
      <p:nvGrpSpPr>
        <p:cNvPr id="142" name="Shape 142"/>
        <p:cNvGrpSpPr/>
        <p:nvPr/>
      </p:nvGrpSpPr>
      <p:grpSpPr>
        <a:xfrm>
          <a:off x="0" y="0"/>
          <a:ext cx="0" cy="0"/>
          <a:chOff x="0" y="0"/>
          <a:chExt cx="0" cy="0"/>
        </a:xfrm>
      </p:grpSpPr>
      <p:sp>
        <p:nvSpPr>
          <p:cNvPr id="143" name="Google Shape;143;p22"/>
          <p:cNvSpPr/>
          <p:nvPr/>
        </p:nvSpPr>
        <p:spPr>
          <a:xfrm flipH="1" rot="5400000">
            <a:off x="-2420625" y="3029200"/>
            <a:ext cx="7621800" cy="7621800"/>
          </a:xfrm>
          <a:prstGeom prst="arc">
            <a:avLst>
              <a:gd fmla="val 17782811" name="adj1"/>
              <a:gd fmla="val 128962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144" name="Google Shape;144;p22"/>
          <p:cNvSpPr txBox="1"/>
          <p:nvPr>
            <p:ph type="title"/>
          </p:nvPr>
        </p:nvSpPr>
        <p:spPr>
          <a:xfrm>
            <a:off x="436725" y="647525"/>
            <a:ext cx="2718000" cy="587700"/>
          </a:xfrm>
          <a:prstGeom prst="rect">
            <a:avLst/>
          </a:prstGeom>
        </p:spPr>
        <p:txBody>
          <a:bodyPr anchorCtr="0" anchor="t" bIns="91425" lIns="91425" spcFirstLastPara="1" rIns="91425" wrap="square" tIns="91425">
            <a:normAutofit/>
          </a:bodyPr>
          <a:lstStyle>
            <a:lvl1pPr lvl="0">
              <a:spcBef>
                <a:spcPts val="0"/>
              </a:spcBef>
              <a:spcAft>
                <a:spcPts val="0"/>
              </a:spcAft>
              <a:buNone/>
              <a:defRPr>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145" name="Google Shape;145;p22"/>
          <p:cNvSpPr txBox="1"/>
          <p:nvPr>
            <p:ph idx="1" type="subTitle"/>
          </p:nvPr>
        </p:nvSpPr>
        <p:spPr>
          <a:xfrm>
            <a:off x="6444950" y="728275"/>
            <a:ext cx="2222100" cy="291300"/>
          </a:xfrm>
          <a:prstGeom prst="rect">
            <a:avLst/>
          </a:prstGeom>
        </p:spPr>
        <p:txBody>
          <a:bodyPr anchorCtr="0" anchor="t" bIns="0" lIns="0" spcFirstLastPara="1" rIns="0" wrap="square" tIns="0">
            <a:norm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146" name="Google Shape;146;p22"/>
          <p:cNvSpPr/>
          <p:nvPr/>
        </p:nvSpPr>
        <p:spPr>
          <a:xfrm flipH="1">
            <a:off x="53468" y="3098413"/>
            <a:ext cx="1296900" cy="12969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cxnSp>
        <p:nvCxnSpPr>
          <p:cNvPr id="147" name="Google Shape;147;p22"/>
          <p:cNvCxnSpPr/>
          <p:nvPr/>
        </p:nvCxnSpPr>
        <p:spPr>
          <a:xfrm rot="10800000">
            <a:off x="1390200" y="4326200"/>
            <a:ext cx="7753800" cy="0"/>
          </a:xfrm>
          <a:prstGeom prst="straightConnector1">
            <a:avLst/>
          </a:prstGeom>
          <a:noFill/>
          <a:ln cap="flat" cmpd="sng" w="9525">
            <a:solidFill>
              <a:schemeClr val="lt2"/>
            </a:solidFill>
            <a:prstDash val="solid"/>
            <a:round/>
            <a:headEnd len="med" w="med" type="none"/>
            <a:tailEnd len="med" w="med" type="none"/>
          </a:ln>
        </p:spPr>
      </p:cxnSp>
      <p:sp>
        <p:nvSpPr>
          <p:cNvPr id="148" name="Google Shape;148;p22"/>
          <p:cNvSpPr/>
          <p:nvPr/>
        </p:nvSpPr>
        <p:spPr>
          <a:xfrm flipH="1" rot="5400000">
            <a:off x="-1129814" y="4323837"/>
            <a:ext cx="5040000" cy="5040300"/>
          </a:xfrm>
          <a:prstGeom prst="arc">
            <a:avLst>
              <a:gd fmla="val 18735356" name="adj1"/>
              <a:gd fmla="val 2015187"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149" name="Google Shape;149;p22"/>
          <p:cNvSpPr/>
          <p:nvPr/>
        </p:nvSpPr>
        <p:spPr>
          <a:xfrm flipH="1" rot="5400000">
            <a:off x="3295500" y="4326000"/>
            <a:ext cx="1299900" cy="1299900"/>
          </a:xfrm>
          <a:prstGeom prst="arc">
            <a:avLst>
              <a:gd fmla="val 15272596" name="adj1"/>
              <a:gd fmla="val 6315880"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50" name="Google Shape;150;p22"/>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151" name="Google Shape;151;p22"/>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152" name="Google Shape;152;p22"/>
          <p:cNvSpPr txBox="1"/>
          <p:nvPr>
            <p:ph idx="2" type="subTitle"/>
          </p:nvPr>
        </p:nvSpPr>
        <p:spPr>
          <a:xfrm>
            <a:off x="6802800" y="230700"/>
            <a:ext cx="1050600" cy="145800"/>
          </a:xfrm>
          <a:prstGeom prst="rect">
            <a:avLst/>
          </a:prstGeom>
        </p:spPr>
        <p:txBody>
          <a:bodyPr anchorCtr="0" anchor="t" bIns="0" lIns="0" spcFirstLastPara="1" rIns="0" wrap="square" tIns="0">
            <a:norm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153" name="Google Shape;153;p22"/>
          <p:cNvSpPr txBox="1"/>
          <p:nvPr>
            <p:ph idx="3" type="subTitle"/>
          </p:nvPr>
        </p:nvSpPr>
        <p:spPr>
          <a:xfrm>
            <a:off x="436725" y="230700"/>
            <a:ext cx="1893000" cy="228600"/>
          </a:xfrm>
          <a:prstGeom prst="rect">
            <a:avLst/>
          </a:prstGeom>
        </p:spPr>
        <p:txBody>
          <a:bodyPr anchorCtr="0" anchor="t" bIns="0" lIns="0" spcFirstLastPara="1" rIns="91425" wrap="square" tIns="0">
            <a:norm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
        <p:nvSpPr>
          <p:cNvPr id="154" name="Google Shape;154;p22"/>
          <p:cNvSpPr txBox="1"/>
          <p:nvPr>
            <p:ph idx="4" type="subTitle"/>
          </p:nvPr>
        </p:nvSpPr>
        <p:spPr>
          <a:xfrm>
            <a:off x="6444950" y="1235225"/>
            <a:ext cx="2222100" cy="291300"/>
          </a:xfrm>
          <a:prstGeom prst="rect">
            <a:avLst/>
          </a:prstGeom>
        </p:spPr>
        <p:txBody>
          <a:bodyPr anchorCtr="0" anchor="t" bIns="0" lIns="0" spcFirstLastPara="1" rIns="0" wrap="square" tIns="0">
            <a:norm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155" name="Google Shape;155;p22"/>
          <p:cNvSpPr txBox="1"/>
          <p:nvPr>
            <p:ph idx="5" type="subTitle"/>
          </p:nvPr>
        </p:nvSpPr>
        <p:spPr>
          <a:xfrm>
            <a:off x="6444950" y="1742175"/>
            <a:ext cx="2222100" cy="291300"/>
          </a:xfrm>
          <a:prstGeom prst="rect">
            <a:avLst/>
          </a:prstGeom>
        </p:spPr>
        <p:txBody>
          <a:bodyPr anchorCtr="0" anchor="t" bIns="0" lIns="0" spcFirstLastPara="1" rIns="0" wrap="square" tIns="0">
            <a:norm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156" name="Google Shape;156;p22"/>
          <p:cNvSpPr txBox="1"/>
          <p:nvPr>
            <p:ph idx="6" type="subTitle"/>
          </p:nvPr>
        </p:nvSpPr>
        <p:spPr>
          <a:xfrm>
            <a:off x="6444950" y="2249125"/>
            <a:ext cx="2222100" cy="291300"/>
          </a:xfrm>
          <a:prstGeom prst="rect">
            <a:avLst/>
          </a:prstGeom>
        </p:spPr>
        <p:txBody>
          <a:bodyPr anchorCtr="0" anchor="t" bIns="0" lIns="0" spcFirstLastPara="1" rIns="0" wrap="square" tIns="0">
            <a:norm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157" name="Google Shape;157;p22"/>
          <p:cNvSpPr txBox="1"/>
          <p:nvPr>
            <p:ph idx="7" type="subTitle"/>
          </p:nvPr>
        </p:nvSpPr>
        <p:spPr>
          <a:xfrm>
            <a:off x="6444950" y="2756075"/>
            <a:ext cx="2222100" cy="291300"/>
          </a:xfrm>
          <a:prstGeom prst="rect">
            <a:avLst/>
          </a:prstGeom>
        </p:spPr>
        <p:txBody>
          <a:bodyPr anchorCtr="0" anchor="t" bIns="0" lIns="0" spcFirstLastPara="1" rIns="0" wrap="square" tIns="0">
            <a:norm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158" name="Google Shape;158;p22"/>
          <p:cNvSpPr txBox="1"/>
          <p:nvPr>
            <p:ph idx="8" type="subTitle"/>
          </p:nvPr>
        </p:nvSpPr>
        <p:spPr>
          <a:xfrm>
            <a:off x="6444950" y="3263025"/>
            <a:ext cx="2222100" cy="291300"/>
          </a:xfrm>
          <a:prstGeom prst="rect">
            <a:avLst/>
          </a:prstGeom>
        </p:spPr>
        <p:txBody>
          <a:bodyPr anchorCtr="0" anchor="t" bIns="0" lIns="0" spcFirstLastPara="1" rIns="0" wrap="square" tIns="0">
            <a:norm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159" name="Google Shape;159;p22"/>
          <p:cNvSpPr txBox="1"/>
          <p:nvPr>
            <p:ph idx="9" type="subTitle"/>
          </p:nvPr>
        </p:nvSpPr>
        <p:spPr>
          <a:xfrm>
            <a:off x="6080700" y="728275"/>
            <a:ext cx="306600" cy="291300"/>
          </a:xfrm>
          <a:prstGeom prst="rect">
            <a:avLst/>
          </a:prstGeom>
        </p:spPr>
        <p:txBody>
          <a:bodyPr anchorCtr="0" anchor="t" bIns="0" lIns="0" spcFirstLastPara="1" rIns="0" wrap="square" tIns="0">
            <a:norm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160" name="Google Shape;160;p22"/>
          <p:cNvSpPr txBox="1"/>
          <p:nvPr>
            <p:ph idx="13" type="subTitle"/>
          </p:nvPr>
        </p:nvSpPr>
        <p:spPr>
          <a:xfrm>
            <a:off x="6080700" y="1235225"/>
            <a:ext cx="306600" cy="291300"/>
          </a:xfrm>
          <a:prstGeom prst="rect">
            <a:avLst/>
          </a:prstGeom>
        </p:spPr>
        <p:txBody>
          <a:bodyPr anchorCtr="0" anchor="t" bIns="0" lIns="0" spcFirstLastPara="1" rIns="0" wrap="square" tIns="0">
            <a:norm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161" name="Google Shape;161;p22"/>
          <p:cNvSpPr txBox="1"/>
          <p:nvPr>
            <p:ph idx="14" type="subTitle"/>
          </p:nvPr>
        </p:nvSpPr>
        <p:spPr>
          <a:xfrm>
            <a:off x="6080700" y="1742175"/>
            <a:ext cx="306600" cy="291300"/>
          </a:xfrm>
          <a:prstGeom prst="rect">
            <a:avLst/>
          </a:prstGeom>
        </p:spPr>
        <p:txBody>
          <a:bodyPr anchorCtr="0" anchor="t" bIns="0" lIns="0" spcFirstLastPara="1" rIns="0" wrap="square" tIns="0">
            <a:norm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162" name="Google Shape;162;p22"/>
          <p:cNvSpPr txBox="1"/>
          <p:nvPr>
            <p:ph idx="15" type="subTitle"/>
          </p:nvPr>
        </p:nvSpPr>
        <p:spPr>
          <a:xfrm>
            <a:off x="6080700" y="2249125"/>
            <a:ext cx="306600" cy="291300"/>
          </a:xfrm>
          <a:prstGeom prst="rect">
            <a:avLst/>
          </a:prstGeom>
        </p:spPr>
        <p:txBody>
          <a:bodyPr anchorCtr="0" anchor="t" bIns="0" lIns="0" spcFirstLastPara="1" rIns="0" wrap="square" tIns="0">
            <a:norm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163" name="Google Shape;163;p22"/>
          <p:cNvSpPr txBox="1"/>
          <p:nvPr>
            <p:ph idx="16" type="subTitle"/>
          </p:nvPr>
        </p:nvSpPr>
        <p:spPr>
          <a:xfrm>
            <a:off x="6080700" y="2756075"/>
            <a:ext cx="306600" cy="291300"/>
          </a:xfrm>
          <a:prstGeom prst="rect">
            <a:avLst/>
          </a:prstGeom>
        </p:spPr>
        <p:txBody>
          <a:bodyPr anchorCtr="0" anchor="t" bIns="0" lIns="0" spcFirstLastPara="1" rIns="0" wrap="square" tIns="0">
            <a:norm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164" name="Google Shape;164;p22"/>
          <p:cNvSpPr txBox="1"/>
          <p:nvPr>
            <p:ph idx="17" type="subTitle"/>
          </p:nvPr>
        </p:nvSpPr>
        <p:spPr>
          <a:xfrm>
            <a:off x="6080700" y="3263025"/>
            <a:ext cx="306600" cy="291300"/>
          </a:xfrm>
          <a:prstGeom prst="rect">
            <a:avLst/>
          </a:prstGeom>
        </p:spPr>
        <p:txBody>
          <a:bodyPr anchorCtr="0" anchor="t" bIns="0" lIns="0" spcFirstLastPara="1" rIns="0" wrap="square" tIns="0">
            <a:norm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
    <p:spTree>
      <p:nvGrpSpPr>
        <p:cNvPr id="165" name="Shape 165"/>
        <p:cNvGrpSpPr/>
        <p:nvPr/>
      </p:nvGrpSpPr>
      <p:grpSpPr>
        <a:xfrm>
          <a:off x="0" y="0"/>
          <a:ext cx="0" cy="0"/>
          <a:chOff x="0" y="0"/>
          <a:chExt cx="0" cy="0"/>
        </a:xfrm>
      </p:grpSpPr>
      <p:sp>
        <p:nvSpPr>
          <p:cNvPr id="166" name="Google Shape;166;p23"/>
          <p:cNvSpPr txBox="1"/>
          <p:nvPr>
            <p:ph type="title"/>
          </p:nvPr>
        </p:nvSpPr>
        <p:spPr>
          <a:xfrm>
            <a:off x="436725" y="457200"/>
            <a:ext cx="7690800" cy="587700"/>
          </a:xfrm>
          <a:prstGeom prst="rect">
            <a:avLst/>
          </a:prstGeom>
        </p:spPr>
        <p:txBody>
          <a:bodyPr anchorCtr="0" anchor="t" bIns="91425" lIns="91425" spcFirstLastPara="1" rIns="91425" wrap="square" tIns="91425">
            <a:normAutofit/>
          </a:bodyPr>
          <a:lstStyle>
            <a:lvl1pPr lvl="0">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cxnSp>
        <p:nvCxnSpPr>
          <p:cNvPr id="167" name="Google Shape;167;p23"/>
          <p:cNvCxnSpPr/>
          <p:nvPr/>
        </p:nvCxnSpPr>
        <p:spPr>
          <a:xfrm>
            <a:off x="-9" y="1798332"/>
            <a:ext cx="9166500" cy="0"/>
          </a:xfrm>
          <a:prstGeom prst="straightConnector1">
            <a:avLst/>
          </a:prstGeom>
          <a:noFill/>
          <a:ln cap="flat" cmpd="sng" w="9525">
            <a:solidFill>
              <a:schemeClr val="accent1"/>
            </a:solidFill>
            <a:prstDash val="solid"/>
            <a:round/>
            <a:headEnd len="med" w="med" type="none"/>
            <a:tailEnd len="med" w="med" type="none"/>
          </a:ln>
        </p:spPr>
      </p:cxnSp>
      <p:sp>
        <p:nvSpPr>
          <p:cNvPr id="168" name="Google Shape;168;p23"/>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lvl1pPr indent="0" lvl="0"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1pPr>
            <a:lvl2pPr indent="0" lvl="1"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2pPr>
            <a:lvl3pPr indent="0" lvl="2"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3pPr>
            <a:lvl4pPr indent="0" lvl="3"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4pPr>
            <a:lvl5pPr indent="0" lvl="4"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5pPr>
            <a:lvl6pPr indent="0" lvl="5"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6pPr>
            <a:lvl7pPr indent="0" lvl="6"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7pPr>
            <a:lvl8pPr indent="0" lvl="7"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8pPr>
            <a:lvl9pPr indent="0" lvl="8"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cxnSp>
        <p:nvCxnSpPr>
          <p:cNvPr id="169" name="Google Shape;169;p23"/>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170" name="Google Shape;170;p23"/>
          <p:cNvSpPr txBox="1"/>
          <p:nvPr>
            <p:ph idx="1" type="subTitle"/>
          </p:nvPr>
        </p:nvSpPr>
        <p:spPr>
          <a:xfrm>
            <a:off x="6802800" y="230700"/>
            <a:ext cx="1050600" cy="1458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171" name="Google Shape;171;p23"/>
          <p:cNvSpPr txBox="1"/>
          <p:nvPr>
            <p:ph idx="2" type="subTitle"/>
          </p:nvPr>
        </p:nvSpPr>
        <p:spPr>
          <a:xfrm>
            <a:off x="436725" y="230700"/>
            <a:ext cx="1893000" cy="228600"/>
          </a:xfrm>
          <a:prstGeom prst="rect">
            <a:avLst/>
          </a:prstGeom>
        </p:spPr>
        <p:txBody>
          <a:bodyPr anchorCtr="0" anchor="t" bIns="0" lIns="0" spcFirstLastPara="1" rIns="91425" wrap="square" tIns="0">
            <a:norm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1">
  <p:cSld name="CUSTOM_8_1">
    <p:spTree>
      <p:nvGrpSpPr>
        <p:cNvPr id="172" name="Shape 172"/>
        <p:cNvGrpSpPr/>
        <p:nvPr/>
      </p:nvGrpSpPr>
      <p:grpSpPr>
        <a:xfrm>
          <a:off x="0" y="0"/>
          <a:ext cx="0" cy="0"/>
          <a:chOff x="0" y="0"/>
          <a:chExt cx="0" cy="0"/>
        </a:xfrm>
      </p:grpSpPr>
      <p:sp>
        <p:nvSpPr>
          <p:cNvPr id="173" name="Google Shape;173;p24"/>
          <p:cNvSpPr txBox="1"/>
          <p:nvPr>
            <p:ph idx="1" type="subTitle"/>
          </p:nvPr>
        </p:nvSpPr>
        <p:spPr>
          <a:xfrm>
            <a:off x="6446974" y="814800"/>
            <a:ext cx="2232000" cy="2475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200"/>
              <a:buFont typeface="IBM Plex Sans"/>
              <a:buNone/>
              <a:defRPr sz="1200"/>
            </a:lvl1pPr>
            <a:lvl2pPr lvl="1">
              <a:spcBef>
                <a:spcPts val="0"/>
              </a:spcBef>
              <a:spcAft>
                <a:spcPts val="0"/>
              </a:spcAft>
              <a:buClr>
                <a:schemeClr val="dk1"/>
              </a:buClr>
              <a:buSzPts val="1200"/>
              <a:buFont typeface="IBM Plex Sans"/>
              <a:buNone/>
              <a:defRPr sz="1200">
                <a:solidFill>
                  <a:schemeClr val="dk1"/>
                </a:solidFill>
              </a:defRPr>
            </a:lvl2pPr>
            <a:lvl3pPr lvl="2">
              <a:spcBef>
                <a:spcPts val="0"/>
              </a:spcBef>
              <a:spcAft>
                <a:spcPts val="0"/>
              </a:spcAft>
              <a:buClr>
                <a:schemeClr val="dk1"/>
              </a:buClr>
              <a:buSzPts val="1200"/>
              <a:buFont typeface="IBM Plex Sans"/>
              <a:buNone/>
              <a:defRPr sz="1200">
                <a:solidFill>
                  <a:schemeClr val="dk1"/>
                </a:solidFill>
              </a:defRPr>
            </a:lvl3pPr>
            <a:lvl4pPr lvl="3">
              <a:spcBef>
                <a:spcPts val="0"/>
              </a:spcBef>
              <a:spcAft>
                <a:spcPts val="0"/>
              </a:spcAft>
              <a:buClr>
                <a:schemeClr val="dk1"/>
              </a:buClr>
              <a:buSzPts val="1200"/>
              <a:buFont typeface="IBM Plex Sans"/>
              <a:buNone/>
              <a:defRPr sz="1200">
                <a:solidFill>
                  <a:schemeClr val="dk1"/>
                </a:solidFill>
              </a:defRPr>
            </a:lvl4pPr>
            <a:lvl5pPr lvl="4">
              <a:spcBef>
                <a:spcPts val="0"/>
              </a:spcBef>
              <a:spcAft>
                <a:spcPts val="0"/>
              </a:spcAft>
              <a:buClr>
                <a:schemeClr val="dk1"/>
              </a:buClr>
              <a:buSzPts val="1200"/>
              <a:buFont typeface="IBM Plex Sans"/>
              <a:buNone/>
              <a:defRPr sz="1200">
                <a:solidFill>
                  <a:schemeClr val="dk1"/>
                </a:solidFill>
              </a:defRPr>
            </a:lvl5pPr>
            <a:lvl6pPr lvl="5">
              <a:spcBef>
                <a:spcPts val="0"/>
              </a:spcBef>
              <a:spcAft>
                <a:spcPts val="0"/>
              </a:spcAft>
              <a:buClr>
                <a:schemeClr val="dk1"/>
              </a:buClr>
              <a:buSzPts val="1200"/>
              <a:buFont typeface="IBM Plex Sans"/>
              <a:buNone/>
              <a:defRPr sz="1200">
                <a:solidFill>
                  <a:schemeClr val="dk1"/>
                </a:solidFill>
              </a:defRPr>
            </a:lvl6pPr>
            <a:lvl7pPr lvl="6">
              <a:spcBef>
                <a:spcPts val="0"/>
              </a:spcBef>
              <a:spcAft>
                <a:spcPts val="0"/>
              </a:spcAft>
              <a:buClr>
                <a:schemeClr val="dk1"/>
              </a:buClr>
              <a:buSzPts val="1200"/>
              <a:buFont typeface="IBM Plex Sans"/>
              <a:buNone/>
              <a:defRPr sz="1200">
                <a:solidFill>
                  <a:schemeClr val="dk1"/>
                </a:solidFill>
              </a:defRPr>
            </a:lvl7pPr>
            <a:lvl8pPr lvl="7">
              <a:spcBef>
                <a:spcPts val="0"/>
              </a:spcBef>
              <a:spcAft>
                <a:spcPts val="0"/>
              </a:spcAft>
              <a:buClr>
                <a:schemeClr val="dk1"/>
              </a:buClr>
              <a:buSzPts val="1200"/>
              <a:buFont typeface="IBM Plex Sans"/>
              <a:buNone/>
              <a:defRPr sz="1200">
                <a:solidFill>
                  <a:schemeClr val="dk1"/>
                </a:solidFill>
              </a:defRPr>
            </a:lvl8pPr>
            <a:lvl9pPr lvl="8">
              <a:spcBef>
                <a:spcPts val="0"/>
              </a:spcBef>
              <a:spcAft>
                <a:spcPts val="0"/>
              </a:spcAft>
              <a:buClr>
                <a:schemeClr val="dk1"/>
              </a:buClr>
              <a:buSzPts val="1200"/>
              <a:buFont typeface="IBM Plex Sans"/>
              <a:buNone/>
              <a:defRPr sz="1200">
                <a:solidFill>
                  <a:schemeClr val="dk1"/>
                </a:solidFill>
              </a:defRPr>
            </a:lvl9pPr>
          </a:lstStyle>
          <a:p/>
        </p:txBody>
      </p:sp>
      <p:sp>
        <p:nvSpPr>
          <p:cNvPr id="174" name="Google Shape;174;p24"/>
          <p:cNvSpPr txBox="1"/>
          <p:nvPr>
            <p:ph type="title"/>
          </p:nvPr>
        </p:nvSpPr>
        <p:spPr>
          <a:xfrm>
            <a:off x="6447214" y="1213484"/>
            <a:ext cx="2232000" cy="1927500"/>
          </a:xfrm>
          <a:prstGeom prst="rect">
            <a:avLst/>
          </a:prstGeom>
        </p:spPr>
        <p:txBody>
          <a:bodyPr anchorCtr="0" anchor="t" bIns="91425" lIns="91425" spcFirstLastPara="1" rIns="91425" wrap="square" tIns="91425">
            <a:normAutofit/>
          </a:bodyPr>
          <a:lstStyle>
            <a:lvl1pPr lvl="0">
              <a:spcBef>
                <a:spcPts val="0"/>
              </a:spcBef>
              <a:spcAft>
                <a:spcPts val="0"/>
              </a:spcAft>
              <a:buNone/>
              <a:defRPr sz="1800">
                <a:solidFill>
                  <a:schemeClr val="accent1"/>
                </a:solidFill>
              </a:defRPr>
            </a:lvl1pPr>
            <a:lvl2pPr lvl="1">
              <a:spcBef>
                <a:spcPts val="0"/>
              </a:spcBef>
              <a:spcAft>
                <a:spcPts val="0"/>
              </a:spcAft>
              <a:buNone/>
              <a:defRPr sz="1800">
                <a:solidFill>
                  <a:schemeClr val="accent1"/>
                </a:solidFill>
              </a:defRPr>
            </a:lvl2pPr>
            <a:lvl3pPr lvl="2">
              <a:spcBef>
                <a:spcPts val="0"/>
              </a:spcBef>
              <a:spcAft>
                <a:spcPts val="0"/>
              </a:spcAft>
              <a:buNone/>
              <a:defRPr sz="1800">
                <a:solidFill>
                  <a:schemeClr val="accent1"/>
                </a:solidFill>
              </a:defRPr>
            </a:lvl3pPr>
            <a:lvl4pPr lvl="3">
              <a:spcBef>
                <a:spcPts val="0"/>
              </a:spcBef>
              <a:spcAft>
                <a:spcPts val="0"/>
              </a:spcAft>
              <a:buNone/>
              <a:defRPr sz="1800">
                <a:solidFill>
                  <a:schemeClr val="accent1"/>
                </a:solidFill>
              </a:defRPr>
            </a:lvl4pPr>
            <a:lvl5pPr lvl="4">
              <a:spcBef>
                <a:spcPts val="0"/>
              </a:spcBef>
              <a:spcAft>
                <a:spcPts val="0"/>
              </a:spcAft>
              <a:buNone/>
              <a:defRPr sz="1800">
                <a:solidFill>
                  <a:schemeClr val="accent1"/>
                </a:solidFill>
              </a:defRPr>
            </a:lvl5pPr>
            <a:lvl6pPr lvl="5">
              <a:spcBef>
                <a:spcPts val="0"/>
              </a:spcBef>
              <a:spcAft>
                <a:spcPts val="0"/>
              </a:spcAft>
              <a:buNone/>
              <a:defRPr sz="1800">
                <a:solidFill>
                  <a:schemeClr val="accent1"/>
                </a:solidFill>
              </a:defRPr>
            </a:lvl6pPr>
            <a:lvl7pPr lvl="6">
              <a:spcBef>
                <a:spcPts val="0"/>
              </a:spcBef>
              <a:spcAft>
                <a:spcPts val="0"/>
              </a:spcAft>
              <a:buNone/>
              <a:defRPr sz="1800">
                <a:solidFill>
                  <a:schemeClr val="accent1"/>
                </a:solidFill>
              </a:defRPr>
            </a:lvl7pPr>
            <a:lvl8pPr lvl="7">
              <a:spcBef>
                <a:spcPts val="0"/>
              </a:spcBef>
              <a:spcAft>
                <a:spcPts val="0"/>
              </a:spcAft>
              <a:buNone/>
              <a:defRPr sz="1800">
                <a:solidFill>
                  <a:schemeClr val="accent1"/>
                </a:solidFill>
              </a:defRPr>
            </a:lvl8pPr>
            <a:lvl9pPr lvl="8">
              <a:spcBef>
                <a:spcPts val="0"/>
              </a:spcBef>
              <a:spcAft>
                <a:spcPts val="0"/>
              </a:spcAft>
              <a:buNone/>
              <a:defRPr sz="1800">
                <a:solidFill>
                  <a:schemeClr val="accent1"/>
                </a:solidFill>
              </a:defRPr>
            </a:lvl9pPr>
          </a:lstStyle>
          <a:p/>
        </p:txBody>
      </p:sp>
      <p:sp>
        <p:nvSpPr>
          <p:cNvPr id="175" name="Google Shape;175;p24"/>
          <p:cNvSpPr txBox="1"/>
          <p:nvPr>
            <p:ph idx="2" type="subTitle"/>
          </p:nvPr>
        </p:nvSpPr>
        <p:spPr>
          <a:xfrm>
            <a:off x="6446978" y="4125125"/>
            <a:ext cx="1708500" cy="2475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IBM Plex Sans"/>
              <a:buNone/>
              <a:defRPr sz="1000"/>
            </a:lvl1pPr>
            <a:lvl2pPr lvl="1">
              <a:spcBef>
                <a:spcPts val="0"/>
              </a:spcBef>
              <a:spcAft>
                <a:spcPts val="0"/>
              </a:spcAft>
              <a:buClr>
                <a:schemeClr val="dk1"/>
              </a:buClr>
              <a:buSzPts val="1000"/>
              <a:buFont typeface="IBM Plex Sans"/>
              <a:buNone/>
              <a:defRPr sz="1000">
                <a:solidFill>
                  <a:schemeClr val="dk1"/>
                </a:solidFill>
              </a:defRPr>
            </a:lvl2pPr>
            <a:lvl3pPr lvl="2">
              <a:spcBef>
                <a:spcPts val="0"/>
              </a:spcBef>
              <a:spcAft>
                <a:spcPts val="0"/>
              </a:spcAft>
              <a:buClr>
                <a:schemeClr val="dk1"/>
              </a:buClr>
              <a:buSzPts val="1000"/>
              <a:buFont typeface="IBM Plex Sans"/>
              <a:buNone/>
              <a:defRPr sz="1000">
                <a:solidFill>
                  <a:schemeClr val="dk1"/>
                </a:solidFill>
              </a:defRPr>
            </a:lvl3pPr>
            <a:lvl4pPr lvl="3">
              <a:spcBef>
                <a:spcPts val="0"/>
              </a:spcBef>
              <a:spcAft>
                <a:spcPts val="0"/>
              </a:spcAft>
              <a:buClr>
                <a:schemeClr val="dk1"/>
              </a:buClr>
              <a:buSzPts val="1000"/>
              <a:buFont typeface="IBM Plex Sans"/>
              <a:buNone/>
              <a:defRPr sz="1000">
                <a:solidFill>
                  <a:schemeClr val="dk1"/>
                </a:solidFill>
              </a:defRPr>
            </a:lvl4pPr>
            <a:lvl5pPr lvl="4">
              <a:spcBef>
                <a:spcPts val="0"/>
              </a:spcBef>
              <a:spcAft>
                <a:spcPts val="0"/>
              </a:spcAft>
              <a:buClr>
                <a:schemeClr val="dk1"/>
              </a:buClr>
              <a:buSzPts val="1000"/>
              <a:buFont typeface="IBM Plex Sans"/>
              <a:buNone/>
              <a:defRPr sz="1000">
                <a:solidFill>
                  <a:schemeClr val="dk1"/>
                </a:solidFill>
              </a:defRPr>
            </a:lvl5pPr>
            <a:lvl6pPr lvl="5">
              <a:spcBef>
                <a:spcPts val="0"/>
              </a:spcBef>
              <a:spcAft>
                <a:spcPts val="0"/>
              </a:spcAft>
              <a:buClr>
                <a:schemeClr val="dk1"/>
              </a:buClr>
              <a:buSzPts val="1000"/>
              <a:buFont typeface="IBM Plex Sans"/>
              <a:buNone/>
              <a:defRPr sz="1000">
                <a:solidFill>
                  <a:schemeClr val="dk1"/>
                </a:solidFill>
              </a:defRPr>
            </a:lvl6pPr>
            <a:lvl7pPr lvl="6">
              <a:spcBef>
                <a:spcPts val="0"/>
              </a:spcBef>
              <a:spcAft>
                <a:spcPts val="0"/>
              </a:spcAft>
              <a:buClr>
                <a:schemeClr val="dk1"/>
              </a:buClr>
              <a:buSzPts val="1000"/>
              <a:buFont typeface="IBM Plex Sans"/>
              <a:buNone/>
              <a:defRPr sz="1000">
                <a:solidFill>
                  <a:schemeClr val="dk1"/>
                </a:solidFill>
              </a:defRPr>
            </a:lvl7pPr>
            <a:lvl8pPr lvl="7">
              <a:spcBef>
                <a:spcPts val="0"/>
              </a:spcBef>
              <a:spcAft>
                <a:spcPts val="0"/>
              </a:spcAft>
              <a:buClr>
                <a:schemeClr val="dk1"/>
              </a:buClr>
              <a:buSzPts val="1000"/>
              <a:buFont typeface="IBM Plex Sans"/>
              <a:buNone/>
              <a:defRPr sz="1000">
                <a:solidFill>
                  <a:schemeClr val="dk1"/>
                </a:solidFill>
              </a:defRPr>
            </a:lvl8pPr>
            <a:lvl9pPr lvl="8">
              <a:spcBef>
                <a:spcPts val="0"/>
              </a:spcBef>
              <a:spcAft>
                <a:spcPts val="0"/>
              </a:spcAft>
              <a:buClr>
                <a:schemeClr val="dk1"/>
              </a:buClr>
              <a:buSzPts val="1000"/>
              <a:buFont typeface="IBM Plex Sans"/>
              <a:buNone/>
              <a:defRPr sz="1000">
                <a:solidFill>
                  <a:schemeClr val="dk1"/>
                </a:solidFill>
              </a:defRPr>
            </a:lvl9pPr>
          </a:lstStyle>
          <a:p/>
        </p:txBody>
      </p:sp>
      <p:sp>
        <p:nvSpPr>
          <p:cNvPr id="176" name="Google Shape;176;p24"/>
          <p:cNvSpPr txBox="1"/>
          <p:nvPr>
            <p:ph idx="3" type="subTitle"/>
          </p:nvPr>
        </p:nvSpPr>
        <p:spPr>
          <a:xfrm>
            <a:off x="436725" y="814800"/>
            <a:ext cx="4182300" cy="2583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200"/>
              <a:buFont typeface="IBM Plex Sans"/>
              <a:buNone/>
              <a:defRPr sz="1200"/>
            </a:lvl1pPr>
            <a:lvl2pPr lvl="1">
              <a:spcBef>
                <a:spcPts val="0"/>
              </a:spcBef>
              <a:spcAft>
                <a:spcPts val="0"/>
              </a:spcAft>
              <a:buClr>
                <a:schemeClr val="dk1"/>
              </a:buClr>
              <a:buSzPts val="1200"/>
              <a:buFont typeface="IBM Plex Sans"/>
              <a:buNone/>
              <a:defRPr sz="1200">
                <a:solidFill>
                  <a:schemeClr val="dk1"/>
                </a:solidFill>
              </a:defRPr>
            </a:lvl2pPr>
            <a:lvl3pPr lvl="2">
              <a:spcBef>
                <a:spcPts val="0"/>
              </a:spcBef>
              <a:spcAft>
                <a:spcPts val="0"/>
              </a:spcAft>
              <a:buClr>
                <a:schemeClr val="dk1"/>
              </a:buClr>
              <a:buSzPts val="1200"/>
              <a:buFont typeface="IBM Plex Sans"/>
              <a:buNone/>
              <a:defRPr sz="1200">
                <a:solidFill>
                  <a:schemeClr val="dk1"/>
                </a:solidFill>
              </a:defRPr>
            </a:lvl3pPr>
            <a:lvl4pPr lvl="3">
              <a:spcBef>
                <a:spcPts val="0"/>
              </a:spcBef>
              <a:spcAft>
                <a:spcPts val="0"/>
              </a:spcAft>
              <a:buClr>
                <a:schemeClr val="dk1"/>
              </a:buClr>
              <a:buSzPts val="1200"/>
              <a:buFont typeface="IBM Plex Sans"/>
              <a:buNone/>
              <a:defRPr sz="1200">
                <a:solidFill>
                  <a:schemeClr val="dk1"/>
                </a:solidFill>
              </a:defRPr>
            </a:lvl4pPr>
            <a:lvl5pPr lvl="4">
              <a:spcBef>
                <a:spcPts val="0"/>
              </a:spcBef>
              <a:spcAft>
                <a:spcPts val="0"/>
              </a:spcAft>
              <a:buClr>
                <a:schemeClr val="dk1"/>
              </a:buClr>
              <a:buSzPts val="1200"/>
              <a:buFont typeface="IBM Plex Sans"/>
              <a:buNone/>
              <a:defRPr sz="1200">
                <a:solidFill>
                  <a:schemeClr val="dk1"/>
                </a:solidFill>
              </a:defRPr>
            </a:lvl5pPr>
            <a:lvl6pPr lvl="5">
              <a:spcBef>
                <a:spcPts val="0"/>
              </a:spcBef>
              <a:spcAft>
                <a:spcPts val="0"/>
              </a:spcAft>
              <a:buClr>
                <a:schemeClr val="dk1"/>
              </a:buClr>
              <a:buSzPts val="1200"/>
              <a:buFont typeface="IBM Plex Sans"/>
              <a:buNone/>
              <a:defRPr sz="1200">
                <a:solidFill>
                  <a:schemeClr val="dk1"/>
                </a:solidFill>
              </a:defRPr>
            </a:lvl6pPr>
            <a:lvl7pPr lvl="6">
              <a:spcBef>
                <a:spcPts val="0"/>
              </a:spcBef>
              <a:spcAft>
                <a:spcPts val="0"/>
              </a:spcAft>
              <a:buClr>
                <a:schemeClr val="dk1"/>
              </a:buClr>
              <a:buSzPts val="1200"/>
              <a:buFont typeface="IBM Plex Sans"/>
              <a:buNone/>
              <a:defRPr sz="1200">
                <a:solidFill>
                  <a:schemeClr val="dk1"/>
                </a:solidFill>
              </a:defRPr>
            </a:lvl7pPr>
            <a:lvl8pPr lvl="7">
              <a:spcBef>
                <a:spcPts val="0"/>
              </a:spcBef>
              <a:spcAft>
                <a:spcPts val="0"/>
              </a:spcAft>
              <a:buClr>
                <a:schemeClr val="dk1"/>
              </a:buClr>
              <a:buSzPts val="1200"/>
              <a:buFont typeface="IBM Plex Sans"/>
              <a:buNone/>
              <a:defRPr sz="1200">
                <a:solidFill>
                  <a:schemeClr val="dk1"/>
                </a:solidFill>
              </a:defRPr>
            </a:lvl8pPr>
            <a:lvl9pPr lvl="8">
              <a:spcBef>
                <a:spcPts val="0"/>
              </a:spcBef>
              <a:spcAft>
                <a:spcPts val="0"/>
              </a:spcAft>
              <a:buClr>
                <a:schemeClr val="dk1"/>
              </a:buClr>
              <a:buSzPts val="1200"/>
              <a:buFont typeface="IBM Plex Sans"/>
              <a:buNone/>
              <a:defRPr sz="1200">
                <a:solidFill>
                  <a:schemeClr val="dk1"/>
                </a:solidFill>
              </a:defRPr>
            </a:lvl9pPr>
          </a:lstStyle>
          <a:p/>
        </p:txBody>
      </p:sp>
      <p:sp>
        <p:nvSpPr>
          <p:cNvPr id="177" name="Google Shape;177;p24"/>
          <p:cNvSpPr txBox="1"/>
          <p:nvPr>
            <p:ph idx="4" type="title"/>
          </p:nvPr>
        </p:nvSpPr>
        <p:spPr>
          <a:xfrm>
            <a:off x="436725" y="1231825"/>
            <a:ext cx="4182300" cy="587700"/>
          </a:xfrm>
          <a:prstGeom prst="rect">
            <a:avLst/>
          </a:prstGeom>
        </p:spPr>
        <p:txBody>
          <a:bodyPr anchorCtr="0" anchor="t" bIns="91425" lIns="91425" spcFirstLastPara="1" rIns="91425" wrap="square" tIns="91425">
            <a:normAutofit/>
          </a:bodyPr>
          <a:lstStyle>
            <a:lvl1pPr lvl="0">
              <a:spcBef>
                <a:spcPts val="0"/>
              </a:spcBef>
              <a:spcAft>
                <a:spcPts val="0"/>
              </a:spcAft>
              <a:buNone/>
              <a:defRPr sz="18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78" name="Google Shape;178;p24"/>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lvl1pPr lvl="0" algn="r">
              <a:buSzPts val="800"/>
              <a:buNone/>
              <a:defRPr sz="800">
                <a:solidFill>
                  <a:schemeClr val="dk1"/>
                </a:solidFill>
                <a:latin typeface="IBM Plex Sans"/>
                <a:ea typeface="IBM Plex Sans"/>
                <a:cs typeface="IBM Plex Sans"/>
                <a:sym typeface="IBM Plex Sans"/>
              </a:defRPr>
            </a:lvl1pPr>
            <a:lvl2pPr lvl="1" algn="r">
              <a:buSzPts val="800"/>
              <a:buNone/>
              <a:defRPr sz="800">
                <a:solidFill>
                  <a:schemeClr val="dk1"/>
                </a:solidFill>
                <a:latin typeface="IBM Plex Sans"/>
                <a:ea typeface="IBM Plex Sans"/>
                <a:cs typeface="IBM Plex Sans"/>
                <a:sym typeface="IBM Plex Sans"/>
              </a:defRPr>
            </a:lvl2pPr>
            <a:lvl3pPr lvl="2" algn="r">
              <a:buSzPts val="800"/>
              <a:buNone/>
              <a:defRPr sz="800">
                <a:solidFill>
                  <a:schemeClr val="dk1"/>
                </a:solidFill>
                <a:latin typeface="IBM Plex Sans"/>
                <a:ea typeface="IBM Plex Sans"/>
                <a:cs typeface="IBM Plex Sans"/>
                <a:sym typeface="IBM Plex Sans"/>
              </a:defRPr>
            </a:lvl3pPr>
            <a:lvl4pPr lvl="3" algn="r">
              <a:buSzPts val="800"/>
              <a:buNone/>
              <a:defRPr sz="800">
                <a:solidFill>
                  <a:schemeClr val="dk1"/>
                </a:solidFill>
                <a:latin typeface="IBM Plex Sans"/>
                <a:ea typeface="IBM Plex Sans"/>
                <a:cs typeface="IBM Plex Sans"/>
                <a:sym typeface="IBM Plex Sans"/>
              </a:defRPr>
            </a:lvl4pPr>
            <a:lvl5pPr lvl="4" algn="r">
              <a:buSzPts val="800"/>
              <a:buNone/>
              <a:defRPr sz="800">
                <a:solidFill>
                  <a:schemeClr val="dk1"/>
                </a:solidFill>
                <a:latin typeface="IBM Plex Sans"/>
                <a:ea typeface="IBM Plex Sans"/>
                <a:cs typeface="IBM Plex Sans"/>
                <a:sym typeface="IBM Plex Sans"/>
              </a:defRPr>
            </a:lvl5pPr>
            <a:lvl6pPr lvl="5" algn="r">
              <a:buSzPts val="800"/>
              <a:buNone/>
              <a:defRPr sz="800">
                <a:solidFill>
                  <a:schemeClr val="dk1"/>
                </a:solidFill>
                <a:latin typeface="IBM Plex Sans"/>
                <a:ea typeface="IBM Plex Sans"/>
                <a:cs typeface="IBM Plex Sans"/>
                <a:sym typeface="IBM Plex Sans"/>
              </a:defRPr>
            </a:lvl6pPr>
            <a:lvl7pPr lvl="6" algn="r">
              <a:buSzPts val="800"/>
              <a:buNone/>
              <a:defRPr sz="800">
                <a:solidFill>
                  <a:schemeClr val="dk1"/>
                </a:solidFill>
                <a:latin typeface="IBM Plex Sans"/>
                <a:ea typeface="IBM Plex Sans"/>
                <a:cs typeface="IBM Plex Sans"/>
                <a:sym typeface="IBM Plex Sans"/>
              </a:defRPr>
            </a:lvl7pPr>
            <a:lvl8pPr lvl="7" algn="r">
              <a:buSzPts val="800"/>
              <a:buNone/>
              <a:defRPr sz="800">
                <a:solidFill>
                  <a:schemeClr val="dk1"/>
                </a:solidFill>
                <a:latin typeface="IBM Plex Sans"/>
                <a:ea typeface="IBM Plex Sans"/>
                <a:cs typeface="IBM Plex Sans"/>
                <a:sym typeface="IBM Plex Sans"/>
              </a:defRPr>
            </a:lvl8pPr>
            <a:lvl9pPr lvl="8" algn="r">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cxnSp>
        <p:nvCxnSpPr>
          <p:cNvPr id="179" name="Google Shape;179;p24"/>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180" name="Google Shape;180;p24"/>
          <p:cNvSpPr txBox="1"/>
          <p:nvPr>
            <p:ph idx="5" type="subTitle"/>
          </p:nvPr>
        </p:nvSpPr>
        <p:spPr>
          <a:xfrm>
            <a:off x="6802800" y="230700"/>
            <a:ext cx="1050600" cy="1458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181" name="Google Shape;181;p24"/>
          <p:cNvSpPr txBox="1"/>
          <p:nvPr>
            <p:ph idx="6" type="subTitle"/>
          </p:nvPr>
        </p:nvSpPr>
        <p:spPr>
          <a:xfrm>
            <a:off x="436725" y="230700"/>
            <a:ext cx="1893000" cy="228600"/>
          </a:xfrm>
          <a:prstGeom prst="rect">
            <a:avLst/>
          </a:prstGeom>
        </p:spPr>
        <p:txBody>
          <a:bodyPr anchorCtr="0" anchor="t" bIns="0" lIns="0" spcFirstLastPara="1" rIns="91425" wrap="square" tIns="0">
            <a:norm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27.png"/><Relationship Id="rId4" Type="http://schemas.openxmlformats.org/officeDocument/2006/relationships/image" Target="../media/image31.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6.png"/><Relationship Id="rId6" Type="http://schemas.openxmlformats.org/officeDocument/2006/relationships/image" Target="../media/image19.png"/><Relationship Id="rId7"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image" Target="../media/image32.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5"/>
          <p:cNvSpPr txBox="1"/>
          <p:nvPr>
            <p:ph type="title"/>
          </p:nvPr>
        </p:nvSpPr>
        <p:spPr>
          <a:xfrm>
            <a:off x="436725" y="616025"/>
            <a:ext cx="7132500" cy="172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Nutritional Source Cues:</a:t>
            </a:r>
            <a:endParaRPr/>
          </a:p>
          <a:p>
            <a:pPr indent="0" lvl="0" marL="0" rtl="0" algn="l">
              <a:spcBef>
                <a:spcPts val="0"/>
              </a:spcBef>
              <a:spcAft>
                <a:spcPts val="0"/>
              </a:spcAft>
              <a:buNone/>
            </a:pPr>
            <a:r>
              <a:rPr lang="en" sz="3000"/>
              <a:t>Social Media Nutrition Credibility: Experimental Evidence</a:t>
            </a:r>
            <a:r>
              <a:rPr lang="en"/>
              <a:t> </a:t>
            </a:r>
            <a:endParaRPr/>
          </a:p>
        </p:txBody>
      </p:sp>
      <p:sp>
        <p:nvSpPr>
          <p:cNvPr id="187" name="Google Shape;187;p25"/>
          <p:cNvSpPr txBox="1"/>
          <p:nvPr>
            <p:ph idx="2" type="subTitle"/>
          </p:nvPr>
        </p:nvSpPr>
        <p:spPr>
          <a:xfrm>
            <a:off x="6802800" y="230700"/>
            <a:ext cx="1050600" cy="145800"/>
          </a:xfrm>
          <a:prstGeom prst="rect">
            <a:avLst/>
          </a:prstGeom>
        </p:spPr>
        <p:txBody>
          <a:bodyPr anchorCtr="0" anchor="t" bIns="0" lIns="0" spcFirstLastPara="1" rIns="0" wrap="square" tIns="0">
            <a:normAutofit/>
          </a:bodyPr>
          <a:lstStyle/>
          <a:p>
            <a:pPr indent="0" lvl="0" marL="0" rtl="0" algn="r">
              <a:spcBef>
                <a:spcPts val="0"/>
              </a:spcBef>
              <a:spcAft>
                <a:spcPts val="1200"/>
              </a:spcAft>
              <a:buNone/>
            </a:pPr>
            <a:r>
              <a:rPr lang="en"/>
              <a:t>April  14th, 2026</a:t>
            </a:r>
            <a:endParaRPr/>
          </a:p>
        </p:txBody>
      </p:sp>
      <p:sp>
        <p:nvSpPr>
          <p:cNvPr id="188" name="Google Shape;188;p25"/>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p>
            <a:pPr indent="0" lvl="0" marL="0" rtl="0" algn="r">
              <a:spcBef>
                <a:spcPts val="0"/>
              </a:spcBef>
              <a:spcAft>
                <a:spcPts val="0"/>
              </a:spcAft>
              <a:buClr>
                <a:schemeClr val="dk1"/>
              </a:buClr>
              <a:buSzPts val="800"/>
              <a:buFont typeface="IBM Plex Sans"/>
              <a:buNone/>
            </a:pPr>
            <a:fld id="{00000000-1234-1234-1234-123412341234}" type="slidenum">
              <a:rPr lang="en"/>
              <a:t>‹#›</a:t>
            </a:fld>
            <a:endParaRPr/>
          </a:p>
        </p:txBody>
      </p:sp>
      <p:sp>
        <p:nvSpPr>
          <p:cNvPr id="189" name="Google Shape;189;p25"/>
          <p:cNvSpPr txBox="1"/>
          <p:nvPr>
            <p:ph idx="3" type="subTitle"/>
          </p:nvPr>
        </p:nvSpPr>
        <p:spPr>
          <a:xfrm>
            <a:off x="436725" y="230700"/>
            <a:ext cx="1893000" cy="228600"/>
          </a:xfrm>
          <a:prstGeom prst="rect">
            <a:avLst/>
          </a:prstGeom>
        </p:spPr>
        <p:txBody>
          <a:bodyPr anchorCtr="0" anchor="t" bIns="0" lIns="0" spcFirstLastPara="1" rIns="91425" wrap="square" tIns="0">
            <a:normAutofit/>
          </a:bodyPr>
          <a:lstStyle/>
          <a:p>
            <a:pPr indent="0" lvl="0" marL="0" rtl="0" algn="l">
              <a:spcBef>
                <a:spcPts val="0"/>
              </a:spcBef>
              <a:spcAft>
                <a:spcPts val="1200"/>
              </a:spcAft>
              <a:buNone/>
            </a:pPr>
            <a:r>
              <a:rPr lang="en"/>
              <a:t>UC </a:t>
            </a:r>
            <a:r>
              <a:rPr lang="en"/>
              <a:t>Berkeley</a:t>
            </a:r>
            <a:endParaRPr/>
          </a:p>
        </p:txBody>
      </p:sp>
      <p:sp>
        <p:nvSpPr>
          <p:cNvPr id="190" name="Google Shape;190;p25"/>
          <p:cNvSpPr txBox="1"/>
          <p:nvPr/>
        </p:nvSpPr>
        <p:spPr>
          <a:xfrm>
            <a:off x="673300" y="3214525"/>
            <a:ext cx="2106900" cy="130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Kathy Camp</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Gerardo Solis</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Shashi Shamarao</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Ryan Farhat-Sabet</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Zeb Abraham Rosen</a:t>
            </a:r>
            <a:endParaRPr sz="1200">
              <a:solidFill>
                <a:schemeClr val="dk1"/>
              </a:solidFill>
              <a:latin typeface="IBM Plex Sans"/>
              <a:ea typeface="IBM Plex Sans"/>
              <a:cs typeface="IBM Plex Sans"/>
              <a:sym typeface="IBM Plex Sans"/>
            </a:endParaRPr>
          </a:p>
        </p:txBody>
      </p:sp>
      <p:sp>
        <p:nvSpPr>
          <p:cNvPr id="191" name="Google Shape;191;p25"/>
          <p:cNvSpPr txBox="1"/>
          <p:nvPr/>
        </p:nvSpPr>
        <p:spPr>
          <a:xfrm>
            <a:off x="5875525" y="3214525"/>
            <a:ext cx="2106900" cy="130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DATASCI-241</a:t>
            </a:r>
            <a:endParaRPr sz="1200">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lang="en" sz="1200">
                <a:solidFill>
                  <a:schemeClr val="dk1"/>
                </a:solidFill>
                <a:latin typeface="IBM Plex Sans"/>
                <a:ea typeface="IBM Plex Sans"/>
                <a:cs typeface="IBM Plex Sans"/>
                <a:sym typeface="IBM Plex Sans"/>
              </a:rPr>
              <a:t>Section 01 (Tue 4 PM PST)</a:t>
            </a:r>
            <a:endParaRPr sz="1200">
              <a:solidFill>
                <a:schemeClr val="dk1"/>
              </a:solidFill>
              <a:latin typeface="IBM Plex Sans"/>
              <a:ea typeface="IBM Plex Sans"/>
              <a:cs typeface="IBM Plex Sans"/>
              <a:sym typeface="IBM Plex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6"/>
          <p:cNvSpPr txBox="1"/>
          <p:nvPr>
            <p:ph type="title"/>
          </p:nvPr>
        </p:nvSpPr>
        <p:spPr>
          <a:xfrm>
            <a:off x="436725" y="647525"/>
            <a:ext cx="2718000" cy="55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Agenda</a:t>
            </a:r>
            <a:endParaRPr/>
          </a:p>
        </p:txBody>
      </p:sp>
      <p:sp>
        <p:nvSpPr>
          <p:cNvPr id="197" name="Google Shape;197;p26"/>
          <p:cNvSpPr txBox="1"/>
          <p:nvPr>
            <p:ph idx="1" type="subTitle"/>
          </p:nvPr>
        </p:nvSpPr>
        <p:spPr>
          <a:xfrm>
            <a:off x="6444950" y="728275"/>
            <a:ext cx="2222100" cy="2913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t>Experiment Summary</a:t>
            </a:r>
            <a:endParaRPr/>
          </a:p>
        </p:txBody>
      </p:sp>
      <p:sp>
        <p:nvSpPr>
          <p:cNvPr id="198" name="Google Shape;198;p26"/>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p>
            <a:pPr indent="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199" name="Google Shape;199;p26"/>
          <p:cNvSpPr txBox="1"/>
          <p:nvPr>
            <p:ph idx="2" type="subTitle"/>
          </p:nvPr>
        </p:nvSpPr>
        <p:spPr>
          <a:xfrm>
            <a:off x="6802800" y="230700"/>
            <a:ext cx="1050600" cy="145800"/>
          </a:xfrm>
          <a:prstGeom prst="rect">
            <a:avLst/>
          </a:prstGeom>
        </p:spPr>
        <p:txBody>
          <a:bodyPr anchorCtr="0" anchor="t" bIns="0" lIns="0" spcFirstLastPara="1" rIns="0" wrap="square" tIns="0">
            <a:normAutofit/>
          </a:bodyPr>
          <a:lstStyle/>
          <a:p>
            <a:pPr indent="0" lvl="0" marL="0" rtl="0" algn="r">
              <a:spcBef>
                <a:spcPts val="0"/>
              </a:spcBef>
              <a:spcAft>
                <a:spcPts val="1200"/>
              </a:spcAft>
              <a:buNone/>
            </a:pPr>
            <a:r>
              <a:rPr lang="en"/>
              <a:t>April 14th, 2026</a:t>
            </a:r>
            <a:endParaRPr/>
          </a:p>
        </p:txBody>
      </p:sp>
      <p:sp>
        <p:nvSpPr>
          <p:cNvPr id="200" name="Google Shape;200;p26"/>
          <p:cNvSpPr txBox="1"/>
          <p:nvPr>
            <p:ph idx="3" type="subTitle"/>
          </p:nvPr>
        </p:nvSpPr>
        <p:spPr>
          <a:xfrm>
            <a:off x="436725" y="230700"/>
            <a:ext cx="1893000" cy="228600"/>
          </a:xfrm>
          <a:prstGeom prst="rect">
            <a:avLst/>
          </a:prstGeom>
        </p:spPr>
        <p:txBody>
          <a:bodyPr anchorCtr="0" anchor="t" bIns="0" lIns="0" spcFirstLastPara="1" rIns="91425" wrap="square" tIns="0">
            <a:normAutofit/>
          </a:bodyPr>
          <a:lstStyle/>
          <a:p>
            <a:pPr indent="0" lvl="0" marL="0" rtl="0" algn="l">
              <a:spcBef>
                <a:spcPts val="0"/>
              </a:spcBef>
              <a:spcAft>
                <a:spcPts val="1200"/>
              </a:spcAft>
              <a:buNone/>
            </a:pPr>
            <a:r>
              <a:rPr lang="en"/>
              <a:t>UC Berkeley</a:t>
            </a:r>
            <a:endParaRPr/>
          </a:p>
        </p:txBody>
      </p:sp>
      <p:sp>
        <p:nvSpPr>
          <p:cNvPr id="201" name="Google Shape;201;p26"/>
          <p:cNvSpPr txBox="1"/>
          <p:nvPr>
            <p:ph idx="4" type="subTitle"/>
          </p:nvPr>
        </p:nvSpPr>
        <p:spPr>
          <a:xfrm>
            <a:off x="6444950" y="1235225"/>
            <a:ext cx="2222100" cy="2913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t>Treatment</a:t>
            </a:r>
            <a:endParaRPr/>
          </a:p>
        </p:txBody>
      </p:sp>
      <p:sp>
        <p:nvSpPr>
          <p:cNvPr id="202" name="Google Shape;202;p26"/>
          <p:cNvSpPr txBox="1"/>
          <p:nvPr>
            <p:ph idx="5" type="subTitle"/>
          </p:nvPr>
        </p:nvSpPr>
        <p:spPr>
          <a:xfrm>
            <a:off x="6444950" y="1742175"/>
            <a:ext cx="2222100" cy="2913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t>Experimental Design</a:t>
            </a:r>
            <a:endParaRPr/>
          </a:p>
        </p:txBody>
      </p:sp>
      <p:sp>
        <p:nvSpPr>
          <p:cNvPr id="203" name="Google Shape;203;p26"/>
          <p:cNvSpPr txBox="1"/>
          <p:nvPr>
            <p:ph idx="6" type="subTitle"/>
          </p:nvPr>
        </p:nvSpPr>
        <p:spPr>
          <a:xfrm>
            <a:off x="6444950" y="2249125"/>
            <a:ext cx="2222100" cy="2913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t>ROXO</a:t>
            </a:r>
            <a:endParaRPr/>
          </a:p>
        </p:txBody>
      </p:sp>
      <p:sp>
        <p:nvSpPr>
          <p:cNvPr id="204" name="Google Shape;204;p26"/>
          <p:cNvSpPr txBox="1"/>
          <p:nvPr>
            <p:ph idx="7" type="subTitle"/>
          </p:nvPr>
        </p:nvSpPr>
        <p:spPr>
          <a:xfrm>
            <a:off x="6444950" y="2756075"/>
            <a:ext cx="2222100" cy="291300"/>
          </a:xfrm>
          <a:prstGeom prst="rect">
            <a:avLst/>
          </a:prstGeom>
        </p:spPr>
        <p:txBody>
          <a:bodyPr anchorCtr="0" anchor="t" bIns="0" lIns="0" spcFirstLastPara="1" rIns="0" wrap="square" tIns="0">
            <a:normAutofit fontScale="92500"/>
          </a:bodyPr>
          <a:lstStyle/>
          <a:p>
            <a:pPr indent="0" lvl="0" marL="0" rtl="0" algn="l">
              <a:spcBef>
                <a:spcPts val="0"/>
              </a:spcBef>
              <a:spcAft>
                <a:spcPts val="1200"/>
              </a:spcAft>
              <a:buNone/>
            </a:pPr>
            <a:r>
              <a:rPr lang="en"/>
              <a:t>Outcome Measurement</a:t>
            </a:r>
            <a:endParaRPr/>
          </a:p>
        </p:txBody>
      </p:sp>
      <p:sp>
        <p:nvSpPr>
          <p:cNvPr id="205" name="Google Shape;205;p26"/>
          <p:cNvSpPr txBox="1"/>
          <p:nvPr>
            <p:ph idx="8" type="subTitle"/>
          </p:nvPr>
        </p:nvSpPr>
        <p:spPr>
          <a:xfrm>
            <a:off x="6444950" y="3263025"/>
            <a:ext cx="2222100" cy="2913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t>Analysis &amp; Results</a:t>
            </a:r>
            <a:endParaRPr/>
          </a:p>
        </p:txBody>
      </p:sp>
      <p:sp>
        <p:nvSpPr>
          <p:cNvPr id="206" name="Google Shape;206;p26"/>
          <p:cNvSpPr txBox="1"/>
          <p:nvPr>
            <p:ph idx="9" type="subTitle"/>
          </p:nvPr>
        </p:nvSpPr>
        <p:spPr>
          <a:xfrm>
            <a:off x="6080700" y="728275"/>
            <a:ext cx="306600" cy="2913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t>1.</a:t>
            </a:r>
            <a:endParaRPr/>
          </a:p>
        </p:txBody>
      </p:sp>
      <p:sp>
        <p:nvSpPr>
          <p:cNvPr id="207" name="Google Shape;207;p26"/>
          <p:cNvSpPr txBox="1"/>
          <p:nvPr>
            <p:ph idx="13" type="subTitle"/>
          </p:nvPr>
        </p:nvSpPr>
        <p:spPr>
          <a:xfrm>
            <a:off x="6080700" y="1235225"/>
            <a:ext cx="306600" cy="2913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t>2.</a:t>
            </a:r>
            <a:endParaRPr/>
          </a:p>
        </p:txBody>
      </p:sp>
      <p:sp>
        <p:nvSpPr>
          <p:cNvPr id="208" name="Google Shape;208;p26"/>
          <p:cNvSpPr txBox="1"/>
          <p:nvPr>
            <p:ph idx="14" type="subTitle"/>
          </p:nvPr>
        </p:nvSpPr>
        <p:spPr>
          <a:xfrm>
            <a:off x="6080700" y="1742175"/>
            <a:ext cx="306600" cy="2913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t>3.</a:t>
            </a:r>
            <a:endParaRPr/>
          </a:p>
        </p:txBody>
      </p:sp>
      <p:sp>
        <p:nvSpPr>
          <p:cNvPr id="209" name="Google Shape;209;p26"/>
          <p:cNvSpPr txBox="1"/>
          <p:nvPr>
            <p:ph idx="15" type="subTitle"/>
          </p:nvPr>
        </p:nvSpPr>
        <p:spPr>
          <a:xfrm>
            <a:off x="6080700" y="2249125"/>
            <a:ext cx="306600" cy="2913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t>4.</a:t>
            </a:r>
            <a:endParaRPr/>
          </a:p>
        </p:txBody>
      </p:sp>
      <p:sp>
        <p:nvSpPr>
          <p:cNvPr id="210" name="Google Shape;210;p26"/>
          <p:cNvSpPr txBox="1"/>
          <p:nvPr>
            <p:ph idx="16" type="subTitle"/>
          </p:nvPr>
        </p:nvSpPr>
        <p:spPr>
          <a:xfrm>
            <a:off x="6080700" y="2756075"/>
            <a:ext cx="306600" cy="2913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t>5.</a:t>
            </a:r>
            <a:endParaRPr/>
          </a:p>
        </p:txBody>
      </p:sp>
      <p:sp>
        <p:nvSpPr>
          <p:cNvPr id="211" name="Google Shape;211;p26"/>
          <p:cNvSpPr txBox="1"/>
          <p:nvPr>
            <p:ph idx="17" type="subTitle"/>
          </p:nvPr>
        </p:nvSpPr>
        <p:spPr>
          <a:xfrm>
            <a:off x="6080700" y="3263025"/>
            <a:ext cx="306600" cy="2913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t>6.</a:t>
            </a:r>
            <a:endParaRPr/>
          </a:p>
        </p:txBody>
      </p:sp>
      <p:sp>
        <p:nvSpPr>
          <p:cNvPr id="212" name="Google Shape;212;p26"/>
          <p:cNvSpPr txBox="1"/>
          <p:nvPr>
            <p:ph idx="8" type="subTitle"/>
          </p:nvPr>
        </p:nvSpPr>
        <p:spPr>
          <a:xfrm>
            <a:off x="6444950" y="3769975"/>
            <a:ext cx="2222100" cy="2913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t>Questions</a:t>
            </a:r>
            <a:endParaRPr/>
          </a:p>
        </p:txBody>
      </p:sp>
      <p:sp>
        <p:nvSpPr>
          <p:cNvPr id="213" name="Google Shape;213;p26"/>
          <p:cNvSpPr txBox="1"/>
          <p:nvPr>
            <p:ph idx="17" type="subTitle"/>
          </p:nvPr>
        </p:nvSpPr>
        <p:spPr>
          <a:xfrm>
            <a:off x="6105046" y="3724889"/>
            <a:ext cx="306600" cy="2913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t>7.</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type="title"/>
          </p:nvPr>
        </p:nvSpPr>
        <p:spPr>
          <a:xfrm>
            <a:off x="436725" y="230700"/>
            <a:ext cx="76908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920"/>
              <a:t>Motivation Behind Experiment</a:t>
            </a:r>
            <a:endParaRPr b="1" sz="2920"/>
          </a:p>
        </p:txBody>
      </p:sp>
      <p:sp>
        <p:nvSpPr>
          <p:cNvPr id="219" name="Google Shape;219;p27"/>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p>
            <a:pPr indent="0" lvl="0" marL="0" rtl="0" algn="r">
              <a:spcBef>
                <a:spcPts val="0"/>
              </a:spcBef>
              <a:spcAft>
                <a:spcPts val="0"/>
              </a:spcAft>
              <a:buClr>
                <a:schemeClr val="dk1"/>
              </a:buClr>
              <a:buSzPts val="800"/>
              <a:buFont typeface="IBM Plex Sans"/>
              <a:buNone/>
            </a:pPr>
            <a:fld id="{00000000-1234-1234-1234-123412341234}" type="slidenum">
              <a:rPr lang="en"/>
              <a:t>‹#›</a:t>
            </a:fld>
            <a:endParaRPr/>
          </a:p>
        </p:txBody>
      </p:sp>
      <p:sp>
        <p:nvSpPr>
          <p:cNvPr id="220" name="Google Shape;220;p27"/>
          <p:cNvSpPr txBox="1"/>
          <p:nvPr>
            <p:ph idx="1" type="subTitle"/>
          </p:nvPr>
        </p:nvSpPr>
        <p:spPr>
          <a:xfrm>
            <a:off x="6802800" y="230700"/>
            <a:ext cx="1050600" cy="145800"/>
          </a:xfrm>
          <a:prstGeom prst="rect">
            <a:avLst/>
          </a:prstGeom>
        </p:spPr>
        <p:txBody>
          <a:bodyPr anchorCtr="0" anchor="t" bIns="0" lIns="0" spcFirstLastPara="1" rIns="0" wrap="square" tIns="0">
            <a:normAutofit/>
          </a:bodyPr>
          <a:lstStyle/>
          <a:p>
            <a:pPr indent="0" lvl="0" marL="0" rtl="0" algn="r">
              <a:spcBef>
                <a:spcPts val="0"/>
              </a:spcBef>
              <a:spcAft>
                <a:spcPts val="1200"/>
              </a:spcAft>
              <a:buClr>
                <a:schemeClr val="dk1"/>
              </a:buClr>
              <a:buSzPts val="1100"/>
              <a:buFont typeface="Arial"/>
              <a:buNone/>
            </a:pPr>
            <a:r>
              <a:rPr lang="en"/>
              <a:t>April  14th, 2026</a:t>
            </a:r>
            <a:endParaRPr/>
          </a:p>
        </p:txBody>
      </p:sp>
      <p:sp>
        <p:nvSpPr>
          <p:cNvPr id="221" name="Google Shape;221;p27"/>
          <p:cNvSpPr txBox="1"/>
          <p:nvPr>
            <p:ph idx="2" type="subTitle"/>
          </p:nvPr>
        </p:nvSpPr>
        <p:spPr>
          <a:xfrm>
            <a:off x="436725" y="230700"/>
            <a:ext cx="1893000" cy="228600"/>
          </a:xfrm>
          <a:prstGeom prst="rect">
            <a:avLst/>
          </a:prstGeom>
        </p:spPr>
        <p:txBody>
          <a:bodyPr anchorCtr="0" anchor="t" bIns="0" lIns="0" spcFirstLastPara="1" rIns="91425" wrap="square" tIns="0">
            <a:normAutofit/>
          </a:bodyPr>
          <a:lstStyle/>
          <a:p>
            <a:pPr indent="0" lvl="0" marL="0" rtl="0" algn="l">
              <a:spcBef>
                <a:spcPts val="0"/>
              </a:spcBef>
              <a:spcAft>
                <a:spcPts val="1200"/>
              </a:spcAft>
              <a:buNone/>
            </a:pPr>
            <a:r>
              <a:rPr lang="en"/>
              <a:t>UC Berkeley</a:t>
            </a:r>
            <a:endParaRPr/>
          </a:p>
        </p:txBody>
      </p:sp>
      <p:pic>
        <p:nvPicPr>
          <p:cNvPr id="222" name="Google Shape;222;p27"/>
          <p:cNvPicPr preferRelativeResize="0"/>
          <p:nvPr/>
        </p:nvPicPr>
        <p:blipFill>
          <a:blip r:embed="rId3">
            <a:alphaModFix/>
          </a:blip>
          <a:stretch>
            <a:fillRect/>
          </a:stretch>
        </p:blipFill>
        <p:spPr>
          <a:xfrm>
            <a:off x="487057" y="731725"/>
            <a:ext cx="8169885" cy="44117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8"/>
          <p:cNvSpPr txBox="1"/>
          <p:nvPr>
            <p:ph type="title"/>
          </p:nvPr>
        </p:nvSpPr>
        <p:spPr>
          <a:xfrm>
            <a:off x="276650" y="459625"/>
            <a:ext cx="76908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920"/>
              <a:t>Experiment Summary</a:t>
            </a:r>
            <a:endParaRPr b="1" sz="2920"/>
          </a:p>
        </p:txBody>
      </p:sp>
      <p:sp>
        <p:nvSpPr>
          <p:cNvPr id="228" name="Google Shape;228;p28"/>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p>
            <a:pPr indent="0" lvl="0" marL="0" rtl="0" algn="r">
              <a:spcBef>
                <a:spcPts val="0"/>
              </a:spcBef>
              <a:spcAft>
                <a:spcPts val="0"/>
              </a:spcAft>
              <a:buClr>
                <a:schemeClr val="dk1"/>
              </a:buClr>
              <a:buSzPts val="800"/>
              <a:buFont typeface="IBM Plex Sans"/>
              <a:buNone/>
            </a:pPr>
            <a:fld id="{00000000-1234-1234-1234-123412341234}" type="slidenum">
              <a:rPr lang="en"/>
              <a:t>‹#›</a:t>
            </a:fld>
            <a:endParaRPr/>
          </a:p>
        </p:txBody>
      </p:sp>
      <p:sp>
        <p:nvSpPr>
          <p:cNvPr id="229" name="Google Shape;229;p28"/>
          <p:cNvSpPr txBox="1"/>
          <p:nvPr>
            <p:ph idx="1" type="subTitle"/>
          </p:nvPr>
        </p:nvSpPr>
        <p:spPr>
          <a:xfrm>
            <a:off x="6802800" y="230700"/>
            <a:ext cx="1050600" cy="145800"/>
          </a:xfrm>
          <a:prstGeom prst="rect">
            <a:avLst/>
          </a:prstGeom>
        </p:spPr>
        <p:txBody>
          <a:bodyPr anchorCtr="0" anchor="t" bIns="0" lIns="0" spcFirstLastPara="1" rIns="0" wrap="square" tIns="0">
            <a:normAutofit/>
          </a:bodyPr>
          <a:lstStyle/>
          <a:p>
            <a:pPr indent="0" lvl="0" marL="0" rtl="0" algn="r">
              <a:spcBef>
                <a:spcPts val="0"/>
              </a:spcBef>
              <a:spcAft>
                <a:spcPts val="1200"/>
              </a:spcAft>
              <a:buClr>
                <a:schemeClr val="dk1"/>
              </a:buClr>
              <a:buSzPts val="1100"/>
              <a:buFont typeface="Arial"/>
              <a:buNone/>
            </a:pPr>
            <a:r>
              <a:rPr lang="en"/>
              <a:t>April  14th, 2026</a:t>
            </a:r>
            <a:endParaRPr/>
          </a:p>
        </p:txBody>
      </p:sp>
      <p:sp>
        <p:nvSpPr>
          <p:cNvPr id="230" name="Google Shape;230;p28"/>
          <p:cNvSpPr txBox="1"/>
          <p:nvPr>
            <p:ph idx="2" type="subTitle"/>
          </p:nvPr>
        </p:nvSpPr>
        <p:spPr>
          <a:xfrm>
            <a:off x="436725" y="230700"/>
            <a:ext cx="1893000" cy="228600"/>
          </a:xfrm>
          <a:prstGeom prst="rect">
            <a:avLst/>
          </a:prstGeom>
        </p:spPr>
        <p:txBody>
          <a:bodyPr anchorCtr="0" anchor="t" bIns="0" lIns="0" spcFirstLastPara="1" rIns="91425" wrap="square" tIns="0">
            <a:normAutofit/>
          </a:bodyPr>
          <a:lstStyle/>
          <a:p>
            <a:pPr indent="0" lvl="0" marL="0" rtl="0" algn="l">
              <a:spcBef>
                <a:spcPts val="0"/>
              </a:spcBef>
              <a:spcAft>
                <a:spcPts val="1200"/>
              </a:spcAft>
              <a:buClr>
                <a:schemeClr val="dk1"/>
              </a:buClr>
              <a:buSzPts val="1100"/>
              <a:buFont typeface="Arial"/>
              <a:buNone/>
            </a:pPr>
            <a:r>
              <a:rPr lang="en"/>
              <a:t>UC Berkeley</a:t>
            </a:r>
            <a:endParaRPr/>
          </a:p>
        </p:txBody>
      </p:sp>
      <p:sp>
        <p:nvSpPr>
          <p:cNvPr id="231" name="Google Shape;231;p28"/>
          <p:cNvSpPr txBox="1"/>
          <p:nvPr/>
        </p:nvSpPr>
        <p:spPr>
          <a:xfrm>
            <a:off x="271500" y="1989100"/>
            <a:ext cx="8793000" cy="47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latin typeface="IBM Plex Sans"/>
                <a:ea typeface="IBM Plex Sans"/>
                <a:cs typeface="IBM Plex Sans"/>
                <a:sym typeface="IBM Plex Sans"/>
              </a:rPr>
              <a:t>Research Question</a:t>
            </a:r>
            <a:endParaRPr b="1" sz="2100">
              <a:solidFill>
                <a:schemeClr val="dk1"/>
              </a:solidFill>
              <a:latin typeface="IBM Plex Sans"/>
              <a:ea typeface="IBM Plex Sans"/>
              <a:cs typeface="IBM Plex Sans"/>
              <a:sym typeface="IBM Plex Sans"/>
            </a:endParaRPr>
          </a:p>
        </p:txBody>
      </p:sp>
      <p:sp>
        <p:nvSpPr>
          <p:cNvPr id="232" name="Google Shape;232;p28"/>
          <p:cNvSpPr txBox="1"/>
          <p:nvPr/>
        </p:nvSpPr>
        <p:spPr>
          <a:xfrm>
            <a:off x="271504" y="2516367"/>
            <a:ext cx="8601000" cy="7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Are expert recommendations perceived as more credible than non-expert recommendations in the context of social media nutritional posts or recommendations?</a:t>
            </a:r>
            <a:endParaRPr sz="1600">
              <a:solidFill>
                <a:schemeClr val="dk2"/>
              </a:solidFill>
            </a:endParaRPr>
          </a:p>
        </p:txBody>
      </p:sp>
      <p:sp>
        <p:nvSpPr>
          <p:cNvPr id="233" name="Google Shape;233;p28"/>
          <p:cNvSpPr txBox="1"/>
          <p:nvPr/>
        </p:nvSpPr>
        <p:spPr>
          <a:xfrm>
            <a:off x="340327" y="3318747"/>
            <a:ext cx="8793000" cy="47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100">
                <a:solidFill>
                  <a:schemeClr val="dk1"/>
                </a:solidFill>
                <a:latin typeface="IBM Plex Sans"/>
                <a:ea typeface="IBM Plex Sans"/>
                <a:cs typeface="IBM Plex Sans"/>
                <a:sym typeface="IBM Plex Sans"/>
              </a:rPr>
              <a:t>Hypothesis</a:t>
            </a:r>
            <a:endParaRPr b="1" sz="2100">
              <a:solidFill>
                <a:schemeClr val="dk1"/>
              </a:solidFill>
              <a:latin typeface="IBM Plex Sans"/>
              <a:ea typeface="IBM Plex Sans"/>
              <a:cs typeface="IBM Plex Sans"/>
              <a:sym typeface="IBM Plex Sans"/>
            </a:endParaRPr>
          </a:p>
        </p:txBody>
      </p:sp>
      <p:sp>
        <p:nvSpPr>
          <p:cNvPr id="234" name="Google Shape;234;p28"/>
          <p:cNvSpPr txBox="1"/>
          <p:nvPr/>
        </p:nvSpPr>
        <p:spPr>
          <a:xfrm>
            <a:off x="340329" y="3851441"/>
            <a:ext cx="8313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chemeClr val="dk1"/>
                </a:solidFill>
              </a:rPr>
              <a:t>Expert source cues will lead people to judge expert recommendations more credible than influencer source cues</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9"/>
          <p:cNvSpPr txBox="1"/>
          <p:nvPr>
            <p:ph type="title"/>
          </p:nvPr>
        </p:nvSpPr>
        <p:spPr>
          <a:xfrm>
            <a:off x="276650" y="459625"/>
            <a:ext cx="51168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920"/>
              <a:t>Treatment (experts)</a:t>
            </a:r>
            <a:endParaRPr b="1" sz="2920"/>
          </a:p>
        </p:txBody>
      </p:sp>
      <p:sp>
        <p:nvSpPr>
          <p:cNvPr id="240" name="Google Shape;240;p29"/>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p>
            <a:pPr indent="0" lvl="0" marL="0" rtl="0" algn="r">
              <a:spcBef>
                <a:spcPts val="0"/>
              </a:spcBef>
              <a:spcAft>
                <a:spcPts val="0"/>
              </a:spcAft>
              <a:buNone/>
            </a:pPr>
            <a:fld id="{00000000-1234-1234-1234-123412341234}" type="slidenum">
              <a:rPr lang="en"/>
              <a:t>‹#›</a:t>
            </a:fld>
            <a:endParaRPr/>
          </a:p>
        </p:txBody>
      </p:sp>
      <p:sp>
        <p:nvSpPr>
          <p:cNvPr id="241" name="Google Shape;241;p29"/>
          <p:cNvSpPr txBox="1"/>
          <p:nvPr/>
        </p:nvSpPr>
        <p:spPr>
          <a:xfrm>
            <a:off x="3641225" y="3033676"/>
            <a:ext cx="2145000" cy="22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chemeClr val="dk1"/>
              </a:solidFill>
            </a:endParaRPr>
          </a:p>
        </p:txBody>
      </p:sp>
      <p:pic>
        <p:nvPicPr>
          <p:cNvPr id="242" name="Google Shape;242;p29" title="DrJordan_post_comp.png"/>
          <p:cNvPicPr preferRelativeResize="0"/>
          <p:nvPr/>
        </p:nvPicPr>
        <p:blipFill>
          <a:blip r:embed="rId3">
            <a:alphaModFix/>
          </a:blip>
          <a:stretch>
            <a:fillRect/>
          </a:stretch>
        </p:blipFill>
        <p:spPr>
          <a:xfrm>
            <a:off x="403375" y="2839625"/>
            <a:ext cx="4115123" cy="2119751"/>
          </a:xfrm>
          <a:prstGeom prst="rect">
            <a:avLst/>
          </a:prstGeom>
          <a:noFill/>
          <a:ln>
            <a:noFill/>
          </a:ln>
        </p:spPr>
      </p:pic>
      <p:pic>
        <p:nvPicPr>
          <p:cNvPr id="243" name="Google Shape;243;p29" title="DrJordan_bio_final.png"/>
          <p:cNvPicPr preferRelativeResize="0"/>
          <p:nvPr/>
        </p:nvPicPr>
        <p:blipFill>
          <a:blip r:embed="rId4">
            <a:alphaModFix/>
          </a:blip>
          <a:stretch>
            <a:fillRect/>
          </a:stretch>
        </p:blipFill>
        <p:spPr>
          <a:xfrm>
            <a:off x="372965" y="1201917"/>
            <a:ext cx="4233236" cy="1356476"/>
          </a:xfrm>
          <a:prstGeom prst="rect">
            <a:avLst/>
          </a:prstGeom>
          <a:noFill/>
          <a:ln>
            <a:noFill/>
          </a:ln>
        </p:spPr>
      </p:pic>
      <p:pic>
        <p:nvPicPr>
          <p:cNvPr id="244" name="Google Shape;244;p29"/>
          <p:cNvPicPr preferRelativeResize="0"/>
          <p:nvPr/>
        </p:nvPicPr>
        <p:blipFill>
          <a:blip r:embed="rId5">
            <a:alphaModFix/>
          </a:blip>
          <a:stretch>
            <a:fillRect/>
          </a:stretch>
        </p:blipFill>
        <p:spPr>
          <a:xfrm>
            <a:off x="-2" y="1390400"/>
            <a:ext cx="403375" cy="1381125"/>
          </a:xfrm>
          <a:prstGeom prst="rect">
            <a:avLst/>
          </a:prstGeom>
          <a:noFill/>
          <a:ln>
            <a:noFill/>
          </a:ln>
        </p:spPr>
      </p:pic>
      <p:pic>
        <p:nvPicPr>
          <p:cNvPr id="245" name="Google Shape;245;p29"/>
          <p:cNvPicPr preferRelativeResize="0"/>
          <p:nvPr/>
        </p:nvPicPr>
        <p:blipFill>
          <a:blip r:embed="rId5">
            <a:alphaModFix/>
          </a:blip>
          <a:stretch>
            <a:fillRect/>
          </a:stretch>
        </p:blipFill>
        <p:spPr>
          <a:xfrm>
            <a:off x="4572025" y="1652550"/>
            <a:ext cx="4572000" cy="462062"/>
          </a:xfrm>
          <a:prstGeom prst="rect">
            <a:avLst/>
          </a:prstGeom>
          <a:noFill/>
          <a:ln>
            <a:noFill/>
          </a:ln>
        </p:spPr>
      </p:pic>
      <p:pic>
        <p:nvPicPr>
          <p:cNvPr id="246" name="Google Shape;246;p29" title="DrPriya_bio_comp.png"/>
          <p:cNvPicPr preferRelativeResize="0"/>
          <p:nvPr/>
        </p:nvPicPr>
        <p:blipFill>
          <a:blip r:embed="rId6">
            <a:alphaModFix/>
          </a:blip>
          <a:stretch>
            <a:fillRect/>
          </a:stretch>
        </p:blipFill>
        <p:spPr>
          <a:xfrm>
            <a:off x="4606212" y="1201915"/>
            <a:ext cx="4396177" cy="1427521"/>
          </a:xfrm>
          <a:prstGeom prst="rect">
            <a:avLst/>
          </a:prstGeom>
          <a:noFill/>
          <a:ln>
            <a:noFill/>
          </a:ln>
        </p:spPr>
      </p:pic>
      <p:pic>
        <p:nvPicPr>
          <p:cNvPr id="247" name="Google Shape;247;p29" title="DrPriya_post_comp.png"/>
          <p:cNvPicPr preferRelativeResize="0"/>
          <p:nvPr/>
        </p:nvPicPr>
        <p:blipFill>
          <a:blip r:embed="rId7">
            <a:alphaModFix/>
          </a:blip>
          <a:stretch>
            <a:fillRect/>
          </a:stretch>
        </p:blipFill>
        <p:spPr>
          <a:xfrm>
            <a:off x="4791324" y="2839625"/>
            <a:ext cx="4115126" cy="2089848"/>
          </a:xfrm>
          <a:prstGeom prst="rect">
            <a:avLst/>
          </a:prstGeom>
          <a:noFill/>
          <a:ln>
            <a:noFill/>
          </a:ln>
        </p:spPr>
      </p:pic>
      <p:sp>
        <p:nvSpPr>
          <p:cNvPr id="248" name="Google Shape;248;p29"/>
          <p:cNvSpPr txBox="1"/>
          <p:nvPr>
            <p:ph idx="2" type="subTitle"/>
          </p:nvPr>
        </p:nvSpPr>
        <p:spPr>
          <a:xfrm>
            <a:off x="436725" y="230700"/>
            <a:ext cx="1893000" cy="228600"/>
          </a:xfrm>
          <a:prstGeom prst="rect">
            <a:avLst/>
          </a:prstGeom>
        </p:spPr>
        <p:txBody>
          <a:bodyPr anchorCtr="0" anchor="t" bIns="0" lIns="0" spcFirstLastPara="1" rIns="91425" wrap="square" tIns="0">
            <a:normAutofit/>
          </a:bodyPr>
          <a:lstStyle/>
          <a:p>
            <a:pPr indent="0" lvl="0" marL="0" rtl="0" algn="l">
              <a:spcBef>
                <a:spcPts val="0"/>
              </a:spcBef>
              <a:spcAft>
                <a:spcPts val="1200"/>
              </a:spcAft>
              <a:buNone/>
            </a:pPr>
            <a:r>
              <a:rPr lang="en"/>
              <a:t>UC Berkeley</a:t>
            </a:r>
            <a:endParaRPr/>
          </a:p>
        </p:txBody>
      </p:sp>
      <p:sp>
        <p:nvSpPr>
          <p:cNvPr id="249" name="Google Shape;249;p29"/>
          <p:cNvSpPr txBox="1"/>
          <p:nvPr>
            <p:ph idx="1" type="subTitle"/>
          </p:nvPr>
        </p:nvSpPr>
        <p:spPr>
          <a:xfrm>
            <a:off x="6802800" y="230700"/>
            <a:ext cx="1050600" cy="145800"/>
          </a:xfrm>
          <a:prstGeom prst="rect">
            <a:avLst/>
          </a:prstGeom>
        </p:spPr>
        <p:txBody>
          <a:bodyPr anchorCtr="0" anchor="t" bIns="0" lIns="0" spcFirstLastPara="1" rIns="0" wrap="square" tIns="0">
            <a:normAutofit/>
          </a:bodyPr>
          <a:lstStyle/>
          <a:p>
            <a:pPr indent="0" lvl="0" marL="0" rtl="0" algn="r">
              <a:spcBef>
                <a:spcPts val="0"/>
              </a:spcBef>
              <a:spcAft>
                <a:spcPts val="1200"/>
              </a:spcAft>
              <a:buNone/>
            </a:pPr>
            <a:r>
              <a:rPr lang="en"/>
              <a:t>April  14th, 2026</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0"/>
          <p:cNvSpPr txBox="1"/>
          <p:nvPr>
            <p:ph type="title"/>
          </p:nvPr>
        </p:nvSpPr>
        <p:spPr>
          <a:xfrm>
            <a:off x="276650" y="459625"/>
            <a:ext cx="51168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920"/>
              <a:t>Treatment (influencers)</a:t>
            </a:r>
            <a:endParaRPr b="1" sz="2920"/>
          </a:p>
        </p:txBody>
      </p:sp>
      <p:sp>
        <p:nvSpPr>
          <p:cNvPr id="255" name="Google Shape;255;p30"/>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p>
            <a:pPr indent="0" lvl="0" marL="0" rtl="0" algn="r">
              <a:spcBef>
                <a:spcPts val="0"/>
              </a:spcBef>
              <a:spcAft>
                <a:spcPts val="0"/>
              </a:spcAft>
              <a:buNone/>
            </a:pPr>
            <a:fld id="{00000000-1234-1234-1234-123412341234}" type="slidenum">
              <a:rPr lang="en"/>
              <a:t>‹#›</a:t>
            </a:fld>
            <a:endParaRPr/>
          </a:p>
        </p:txBody>
      </p:sp>
      <p:sp>
        <p:nvSpPr>
          <p:cNvPr id="256" name="Google Shape;256;p30"/>
          <p:cNvSpPr txBox="1"/>
          <p:nvPr/>
        </p:nvSpPr>
        <p:spPr>
          <a:xfrm>
            <a:off x="3641225" y="3033676"/>
            <a:ext cx="2145000" cy="22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600">
              <a:solidFill>
                <a:schemeClr val="dk1"/>
              </a:solidFill>
            </a:endParaRPr>
          </a:p>
        </p:txBody>
      </p:sp>
      <p:pic>
        <p:nvPicPr>
          <p:cNvPr id="257" name="Google Shape;257;p30"/>
          <p:cNvPicPr preferRelativeResize="0"/>
          <p:nvPr/>
        </p:nvPicPr>
        <p:blipFill>
          <a:blip r:embed="rId3">
            <a:alphaModFix/>
          </a:blip>
          <a:stretch>
            <a:fillRect/>
          </a:stretch>
        </p:blipFill>
        <p:spPr>
          <a:xfrm>
            <a:off x="25" y="1390400"/>
            <a:ext cx="4606200" cy="807200"/>
          </a:xfrm>
          <a:prstGeom prst="rect">
            <a:avLst/>
          </a:prstGeom>
          <a:noFill/>
          <a:ln>
            <a:noFill/>
          </a:ln>
        </p:spPr>
      </p:pic>
      <p:pic>
        <p:nvPicPr>
          <p:cNvPr id="258" name="Google Shape;258;p30"/>
          <p:cNvPicPr preferRelativeResize="0"/>
          <p:nvPr/>
        </p:nvPicPr>
        <p:blipFill>
          <a:blip r:embed="rId3">
            <a:alphaModFix/>
          </a:blip>
          <a:stretch>
            <a:fillRect/>
          </a:stretch>
        </p:blipFill>
        <p:spPr>
          <a:xfrm>
            <a:off x="4572025" y="1652550"/>
            <a:ext cx="4572000" cy="462062"/>
          </a:xfrm>
          <a:prstGeom prst="rect">
            <a:avLst/>
          </a:prstGeom>
          <a:noFill/>
          <a:ln>
            <a:noFill/>
          </a:ln>
        </p:spPr>
      </p:pic>
      <p:pic>
        <p:nvPicPr>
          <p:cNvPr id="259" name="Google Shape;259;p30" title="JordanLifts_bio_comp_final.png"/>
          <p:cNvPicPr preferRelativeResize="0"/>
          <p:nvPr/>
        </p:nvPicPr>
        <p:blipFill>
          <a:blip r:embed="rId4">
            <a:alphaModFix/>
          </a:blip>
          <a:stretch>
            <a:fillRect/>
          </a:stretch>
        </p:blipFill>
        <p:spPr>
          <a:xfrm>
            <a:off x="276650" y="1112425"/>
            <a:ext cx="3336799" cy="1490899"/>
          </a:xfrm>
          <a:prstGeom prst="rect">
            <a:avLst/>
          </a:prstGeom>
          <a:noFill/>
          <a:ln>
            <a:noFill/>
          </a:ln>
        </p:spPr>
      </p:pic>
      <p:pic>
        <p:nvPicPr>
          <p:cNvPr id="260" name="Google Shape;260;p30" title="JordanLifts_post.png"/>
          <p:cNvPicPr preferRelativeResize="0"/>
          <p:nvPr/>
        </p:nvPicPr>
        <p:blipFill>
          <a:blip r:embed="rId5">
            <a:alphaModFix/>
          </a:blip>
          <a:stretch>
            <a:fillRect/>
          </a:stretch>
        </p:blipFill>
        <p:spPr>
          <a:xfrm>
            <a:off x="245550" y="2964076"/>
            <a:ext cx="4115126" cy="2078066"/>
          </a:xfrm>
          <a:prstGeom prst="rect">
            <a:avLst/>
          </a:prstGeom>
          <a:noFill/>
          <a:ln>
            <a:noFill/>
          </a:ln>
        </p:spPr>
      </p:pic>
      <p:pic>
        <p:nvPicPr>
          <p:cNvPr id="261" name="Google Shape;261;p30" title="PriyaWellness_bio_comp.png"/>
          <p:cNvPicPr preferRelativeResize="0"/>
          <p:nvPr/>
        </p:nvPicPr>
        <p:blipFill>
          <a:blip r:embed="rId6">
            <a:alphaModFix/>
          </a:blip>
          <a:stretch>
            <a:fillRect/>
          </a:stretch>
        </p:blipFill>
        <p:spPr>
          <a:xfrm>
            <a:off x="4572021" y="1112425"/>
            <a:ext cx="3810981" cy="1685337"/>
          </a:xfrm>
          <a:prstGeom prst="rect">
            <a:avLst/>
          </a:prstGeom>
          <a:noFill/>
          <a:ln>
            <a:noFill/>
          </a:ln>
        </p:spPr>
      </p:pic>
      <p:pic>
        <p:nvPicPr>
          <p:cNvPr id="262" name="Google Shape;262;p30" title="PriyaWellness_post_comp.png"/>
          <p:cNvPicPr preferRelativeResize="0"/>
          <p:nvPr/>
        </p:nvPicPr>
        <p:blipFill>
          <a:blip r:embed="rId7">
            <a:alphaModFix/>
          </a:blip>
          <a:stretch>
            <a:fillRect/>
          </a:stretch>
        </p:blipFill>
        <p:spPr>
          <a:xfrm>
            <a:off x="4606226" y="2896451"/>
            <a:ext cx="4115125" cy="2082200"/>
          </a:xfrm>
          <a:prstGeom prst="rect">
            <a:avLst/>
          </a:prstGeom>
          <a:noFill/>
          <a:ln>
            <a:noFill/>
          </a:ln>
        </p:spPr>
      </p:pic>
      <p:sp>
        <p:nvSpPr>
          <p:cNvPr id="263" name="Google Shape;263;p30"/>
          <p:cNvSpPr txBox="1"/>
          <p:nvPr>
            <p:ph idx="2" type="subTitle"/>
          </p:nvPr>
        </p:nvSpPr>
        <p:spPr>
          <a:xfrm>
            <a:off x="436725" y="230700"/>
            <a:ext cx="1893000" cy="228600"/>
          </a:xfrm>
          <a:prstGeom prst="rect">
            <a:avLst/>
          </a:prstGeom>
        </p:spPr>
        <p:txBody>
          <a:bodyPr anchorCtr="0" anchor="t" bIns="0" lIns="0" spcFirstLastPara="1" rIns="91425" wrap="square" tIns="0">
            <a:normAutofit/>
          </a:bodyPr>
          <a:lstStyle/>
          <a:p>
            <a:pPr indent="0" lvl="0" marL="0" rtl="0" algn="l">
              <a:spcBef>
                <a:spcPts val="0"/>
              </a:spcBef>
              <a:spcAft>
                <a:spcPts val="1200"/>
              </a:spcAft>
              <a:buNone/>
            </a:pPr>
            <a:r>
              <a:rPr lang="en"/>
              <a:t>UC Berkeley</a:t>
            </a:r>
            <a:endParaRPr/>
          </a:p>
        </p:txBody>
      </p:sp>
      <p:sp>
        <p:nvSpPr>
          <p:cNvPr id="264" name="Google Shape;264;p30"/>
          <p:cNvSpPr txBox="1"/>
          <p:nvPr>
            <p:ph idx="1" type="subTitle"/>
          </p:nvPr>
        </p:nvSpPr>
        <p:spPr>
          <a:xfrm>
            <a:off x="6802800" y="230700"/>
            <a:ext cx="1050600" cy="145800"/>
          </a:xfrm>
          <a:prstGeom prst="rect">
            <a:avLst/>
          </a:prstGeom>
        </p:spPr>
        <p:txBody>
          <a:bodyPr anchorCtr="0" anchor="t" bIns="0" lIns="0" spcFirstLastPara="1" rIns="0" wrap="square" tIns="0">
            <a:normAutofit/>
          </a:bodyPr>
          <a:lstStyle/>
          <a:p>
            <a:pPr indent="0" lvl="0" marL="0" rtl="0" algn="r">
              <a:spcBef>
                <a:spcPts val="0"/>
              </a:spcBef>
              <a:spcAft>
                <a:spcPts val="1200"/>
              </a:spcAft>
              <a:buNone/>
            </a:pPr>
            <a:r>
              <a:rPr lang="en"/>
              <a:t>April  14th, 2026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1"/>
          <p:cNvSpPr txBox="1"/>
          <p:nvPr>
            <p:ph type="title"/>
          </p:nvPr>
        </p:nvSpPr>
        <p:spPr>
          <a:xfrm>
            <a:off x="436725" y="457200"/>
            <a:ext cx="7690800" cy="55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How we conducted our experiment</a:t>
            </a:r>
            <a:endParaRPr b="1"/>
          </a:p>
        </p:txBody>
      </p:sp>
      <p:sp>
        <p:nvSpPr>
          <p:cNvPr id="270" name="Google Shape;270;p31"/>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p>
            <a:pPr indent="0" lvl="0" marL="0" rtl="0" algn="r">
              <a:spcBef>
                <a:spcPts val="0"/>
              </a:spcBef>
              <a:spcAft>
                <a:spcPts val="0"/>
              </a:spcAft>
              <a:buClr>
                <a:schemeClr val="dk1"/>
              </a:buClr>
              <a:buSzPts val="800"/>
              <a:buFont typeface="IBM Plex Sans"/>
              <a:buNone/>
            </a:pPr>
            <a:fld id="{00000000-1234-1234-1234-123412341234}" type="slidenum">
              <a:rPr lang="en"/>
              <a:t>‹#›</a:t>
            </a:fld>
            <a:endParaRPr/>
          </a:p>
        </p:txBody>
      </p:sp>
      <p:sp>
        <p:nvSpPr>
          <p:cNvPr id="271" name="Google Shape;271;p31"/>
          <p:cNvSpPr/>
          <p:nvPr/>
        </p:nvSpPr>
        <p:spPr>
          <a:xfrm>
            <a:off x="1955505" y="2719666"/>
            <a:ext cx="624600" cy="4089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85200" lIns="85200" spcFirstLastPara="1" rIns="85200" wrap="square" tIns="85200">
            <a:noAutofit/>
          </a:bodyPr>
          <a:lstStyle/>
          <a:p>
            <a:pPr indent="0" lvl="0" marL="0" rtl="0" algn="ctr">
              <a:spcBef>
                <a:spcPts val="0"/>
              </a:spcBef>
              <a:spcAft>
                <a:spcPts val="0"/>
              </a:spcAft>
              <a:buNone/>
            </a:pPr>
            <a:r>
              <a:t/>
            </a:r>
            <a:endParaRPr sz="1305">
              <a:solidFill>
                <a:schemeClr val="dk1"/>
              </a:solidFill>
              <a:latin typeface="IBM Plex Sans"/>
              <a:ea typeface="IBM Plex Sans"/>
              <a:cs typeface="IBM Plex Sans"/>
              <a:sym typeface="IBM Plex Sans"/>
            </a:endParaRPr>
          </a:p>
        </p:txBody>
      </p:sp>
      <p:sp>
        <p:nvSpPr>
          <p:cNvPr id="272" name="Google Shape;272;p31"/>
          <p:cNvSpPr txBox="1"/>
          <p:nvPr/>
        </p:nvSpPr>
        <p:spPr>
          <a:xfrm>
            <a:off x="447964" y="1796086"/>
            <a:ext cx="8118900" cy="47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IBM Plex Sans"/>
                <a:ea typeface="IBM Plex Sans"/>
                <a:cs typeface="IBM Plex Sans"/>
                <a:sym typeface="IBM Plex Sans"/>
              </a:rPr>
              <a:t>Multiple pre-treatment questions were </a:t>
            </a:r>
            <a:r>
              <a:rPr lang="en" sz="1000">
                <a:solidFill>
                  <a:schemeClr val="dk1"/>
                </a:solidFill>
                <a:latin typeface="IBM Plex Sans"/>
                <a:ea typeface="IBM Plex Sans"/>
                <a:cs typeface="IBM Plex Sans"/>
                <a:sym typeface="IBM Plex Sans"/>
              </a:rPr>
              <a:t>include</a:t>
            </a:r>
            <a:r>
              <a:rPr lang="en" sz="1000">
                <a:solidFill>
                  <a:schemeClr val="dk1"/>
                </a:solidFill>
                <a:latin typeface="IBM Plex Sans"/>
                <a:ea typeface="IBM Plex Sans"/>
                <a:cs typeface="IBM Plex Sans"/>
                <a:sym typeface="IBM Plex Sans"/>
              </a:rPr>
              <a:t>, to ensure users are paying attention, attentive questions with each question carrying 1 score point was included before presenting the treatment. Those with &gt;= 1 score response was discarded.</a:t>
            </a:r>
            <a:endParaRPr sz="1000">
              <a:solidFill>
                <a:schemeClr val="dk1"/>
              </a:solidFill>
              <a:latin typeface="IBM Plex Sans"/>
              <a:ea typeface="IBM Plex Sans"/>
              <a:cs typeface="IBM Plex Sans"/>
              <a:sym typeface="IBM Plex Sans"/>
            </a:endParaRPr>
          </a:p>
        </p:txBody>
      </p:sp>
      <p:sp>
        <p:nvSpPr>
          <p:cNvPr id="273" name="Google Shape;273;p31"/>
          <p:cNvSpPr txBox="1"/>
          <p:nvPr/>
        </p:nvSpPr>
        <p:spPr>
          <a:xfrm>
            <a:off x="37300" y="3183350"/>
            <a:ext cx="954300" cy="55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IBM Plex Sans"/>
                <a:ea typeface="IBM Plex Sans"/>
                <a:cs typeface="IBM Plex Sans"/>
                <a:sym typeface="IBM Plex Sans"/>
              </a:rPr>
              <a:t>Pre-treatment consent</a:t>
            </a:r>
            <a:endParaRPr sz="700">
              <a:solidFill>
                <a:schemeClr val="dk1"/>
              </a:solidFill>
              <a:latin typeface="IBM Plex Sans"/>
              <a:ea typeface="IBM Plex Sans"/>
              <a:cs typeface="IBM Plex Sans"/>
              <a:sym typeface="IBM Plex Sans"/>
            </a:endParaRPr>
          </a:p>
        </p:txBody>
      </p:sp>
      <p:sp>
        <p:nvSpPr>
          <p:cNvPr id="274" name="Google Shape;274;p31"/>
          <p:cNvSpPr txBox="1"/>
          <p:nvPr/>
        </p:nvSpPr>
        <p:spPr>
          <a:xfrm>
            <a:off x="1684088" y="3183350"/>
            <a:ext cx="954300" cy="55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IBM Plex Sans"/>
                <a:ea typeface="IBM Plex Sans"/>
                <a:cs typeface="IBM Plex Sans"/>
                <a:sym typeface="IBM Plex Sans"/>
              </a:rPr>
              <a:t>Pre treatment questions</a:t>
            </a:r>
            <a:endParaRPr sz="700">
              <a:solidFill>
                <a:schemeClr val="dk1"/>
              </a:solidFill>
              <a:latin typeface="IBM Plex Sans"/>
              <a:ea typeface="IBM Plex Sans"/>
              <a:cs typeface="IBM Plex Sans"/>
              <a:sym typeface="IBM Plex Sans"/>
            </a:endParaRPr>
          </a:p>
        </p:txBody>
      </p:sp>
      <p:sp>
        <p:nvSpPr>
          <p:cNvPr id="275" name="Google Shape;275;p31"/>
          <p:cNvSpPr txBox="1"/>
          <p:nvPr/>
        </p:nvSpPr>
        <p:spPr>
          <a:xfrm>
            <a:off x="2750170" y="3183350"/>
            <a:ext cx="877500" cy="5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BM Plex Sans"/>
                <a:ea typeface="IBM Plex Sans"/>
                <a:cs typeface="IBM Plex Sans"/>
                <a:sym typeface="IBM Plex Sans"/>
              </a:rPr>
              <a:t>1st attentive questions</a:t>
            </a:r>
            <a:endParaRPr sz="700">
              <a:solidFill>
                <a:schemeClr val="dk1"/>
              </a:solidFill>
              <a:latin typeface="IBM Plex Sans"/>
              <a:ea typeface="IBM Plex Sans"/>
              <a:cs typeface="IBM Plex Sans"/>
              <a:sym typeface="IBM Plex Sans"/>
            </a:endParaRPr>
          </a:p>
        </p:txBody>
      </p:sp>
      <p:sp>
        <p:nvSpPr>
          <p:cNvPr id="276" name="Google Shape;276;p31"/>
          <p:cNvSpPr txBox="1"/>
          <p:nvPr/>
        </p:nvSpPr>
        <p:spPr>
          <a:xfrm>
            <a:off x="5567648" y="3183350"/>
            <a:ext cx="877500" cy="60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IBM Plex Sans"/>
                <a:ea typeface="IBM Plex Sans"/>
                <a:cs typeface="IBM Plex Sans"/>
                <a:sym typeface="IBM Plex Sans"/>
              </a:rPr>
              <a:t>Treatment questions</a:t>
            </a:r>
            <a:endParaRPr sz="700">
              <a:solidFill>
                <a:schemeClr val="dk1"/>
              </a:solidFill>
              <a:latin typeface="IBM Plex Sans"/>
              <a:ea typeface="IBM Plex Sans"/>
              <a:cs typeface="IBM Plex Sans"/>
              <a:sym typeface="IBM Plex Sans"/>
            </a:endParaRPr>
          </a:p>
        </p:txBody>
      </p:sp>
      <p:sp>
        <p:nvSpPr>
          <p:cNvPr id="277" name="Google Shape;277;p31"/>
          <p:cNvSpPr txBox="1"/>
          <p:nvPr/>
        </p:nvSpPr>
        <p:spPr>
          <a:xfrm>
            <a:off x="8385113" y="3183350"/>
            <a:ext cx="704100" cy="60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IBM Plex Sans"/>
                <a:ea typeface="IBM Plex Sans"/>
                <a:cs typeface="IBM Plex Sans"/>
                <a:sym typeface="IBM Plex Sans"/>
              </a:rPr>
              <a:t>End of Survey</a:t>
            </a:r>
            <a:endParaRPr sz="700">
              <a:solidFill>
                <a:schemeClr val="dk1"/>
              </a:solidFill>
              <a:latin typeface="IBM Plex Sans"/>
              <a:ea typeface="IBM Plex Sans"/>
              <a:cs typeface="IBM Plex Sans"/>
              <a:sym typeface="IBM Plex Sans"/>
            </a:endParaRPr>
          </a:p>
        </p:txBody>
      </p:sp>
      <p:sp>
        <p:nvSpPr>
          <p:cNvPr descr="A graph showing a process, with four steps, a conclusion, and an iterative back-and-forth between steps two and four. " id="278" name="Google Shape;278;p31"/>
          <p:cNvSpPr/>
          <p:nvPr/>
        </p:nvSpPr>
        <p:spPr>
          <a:xfrm>
            <a:off x="150512" y="2697000"/>
            <a:ext cx="624600" cy="4389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85200" lIns="85200" spcFirstLastPara="1" rIns="85200" wrap="square" tIns="85200">
            <a:noAutofit/>
          </a:bodyPr>
          <a:lstStyle/>
          <a:p>
            <a:pPr indent="0" lvl="0" marL="0" rtl="0" algn="ctr">
              <a:spcBef>
                <a:spcPts val="0"/>
              </a:spcBef>
              <a:spcAft>
                <a:spcPts val="0"/>
              </a:spcAft>
              <a:buNone/>
            </a:pPr>
            <a:r>
              <a:t/>
            </a:r>
            <a:endParaRPr sz="1305">
              <a:solidFill>
                <a:schemeClr val="dk1"/>
              </a:solidFill>
              <a:latin typeface="IBM Plex Sans"/>
              <a:ea typeface="IBM Plex Sans"/>
              <a:cs typeface="IBM Plex Sans"/>
              <a:sym typeface="IBM Plex Sans"/>
            </a:endParaRPr>
          </a:p>
        </p:txBody>
      </p:sp>
      <p:sp>
        <p:nvSpPr>
          <p:cNvPr id="279" name="Google Shape;279;p31"/>
          <p:cNvSpPr/>
          <p:nvPr/>
        </p:nvSpPr>
        <p:spPr>
          <a:xfrm>
            <a:off x="1055563" y="2697000"/>
            <a:ext cx="624600" cy="4089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85200" lIns="85200" spcFirstLastPara="1" rIns="85200" wrap="square" tIns="85200">
            <a:noAutofit/>
          </a:bodyPr>
          <a:lstStyle/>
          <a:p>
            <a:pPr indent="0" lvl="0" marL="0" rtl="0" algn="ctr">
              <a:spcBef>
                <a:spcPts val="0"/>
              </a:spcBef>
              <a:spcAft>
                <a:spcPts val="0"/>
              </a:spcAft>
              <a:buNone/>
            </a:pPr>
            <a:r>
              <a:t/>
            </a:r>
            <a:endParaRPr sz="1305">
              <a:solidFill>
                <a:schemeClr val="dk1"/>
              </a:solidFill>
              <a:latin typeface="IBM Plex Sans"/>
              <a:ea typeface="IBM Plex Sans"/>
              <a:cs typeface="IBM Plex Sans"/>
              <a:sym typeface="IBM Plex Sans"/>
            </a:endParaRPr>
          </a:p>
        </p:txBody>
      </p:sp>
      <p:sp>
        <p:nvSpPr>
          <p:cNvPr id="280" name="Google Shape;280;p31"/>
          <p:cNvSpPr txBox="1"/>
          <p:nvPr/>
        </p:nvSpPr>
        <p:spPr>
          <a:xfrm>
            <a:off x="174128" y="2785126"/>
            <a:ext cx="586200" cy="213000"/>
          </a:xfrm>
          <a:prstGeom prst="rect">
            <a:avLst/>
          </a:prstGeom>
          <a:noFill/>
          <a:ln>
            <a:noFill/>
          </a:ln>
        </p:spPr>
        <p:txBody>
          <a:bodyPr anchorCtr="0" anchor="ctr" bIns="85200" lIns="85200" spcFirstLastPara="1" rIns="85200" wrap="square" tIns="85200">
            <a:noAutofit/>
          </a:bodyPr>
          <a:lstStyle/>
          <a:p>
            <a:pPr indent="0" lvl="0" marL="0" rtl="0" algn="ctr">
              <a:spcBef>
                <a:spcPts val="0"/>
              </a:spcBef>
              <a:spcAft>
                <a:spcPts val="0"/>
              </a:spcAft>
              <a:buNone/>
            </a:pPr>
            <a:r>
              <a:rPr lang="en" sz="745">
                <a:solidFill>
                  <a:schemeClr val="accent1"/>
                </a:solidFill>
                <a:latin typeface="IBM Plex Sans Medium"/>
                <a:ea typeface="IBM Plex Sans Medium"/>
                <a:cs typeface="IBM Plex Sans Medium"/>
                <a:sym typeface="IBM Plex Sans Medium"/>
              </a:rPr>
              <a:t>STEP 1</a:t>
            </a:r>
            <a:endParaRPr sz="745">
              <a:solidFill>
                <a:schemeClr val="accent1"/>
              </a:solidFill>
              <a:latin typeface="IBM Plex Sans Medium"/>
              <a:ea typeface="IBM Plex Sans Medium"/>
              <a:cs typeface="IBM Plex Sans Medium"/>
              <a:sym typeface="IBM Plex Sans Medium"/>
            </a:endParaRPr>
          </a:p>
        </p:txBody>
      </p:sp>
      <p:sp>
        <p:nvSpPr>
          <p:cNvPr id="281" name="Google Shape;281;p31"/>
          <p:cNvSpPr txBox="1"/>
          <p:nvPr/>
        </p:nvSpPr>
        <p:spPr>
          <a:xfrm>
            <a:off x="1087054" y="2785149"/>
            <a:ext cx="586200" cy="213000"/>
          </a:xfrm>
          <a:prstGeom prst="rect">
            <a:avLst/>
          </a:prstGeom>
          <a:noFill/>
          <a:ln>
            <a:noFill/>
          </a:ln>
        </p:spPr>
        <p:txBody>
          <a:bodyPr anchorCtr="0" anchor="ctr" bIns="85200" lIns="85200" spcFirstLastPara="1" rIns="85200" wrap="square" tIns="85200">
            <a:noAutofit/>
          </a:bodyPr>
          <a:lstStyle/>
          <a:p>
            <a:pPr indent="0" lvl="0" marL="0" rtl="0" algn="ctr">
              <a:spcBef>
                <a:spcPts val="0"/>
              </a:spcBef>
              <a:spcAft>
                <a:spcPts val="0"/>
              </a:spcAft>
              <a:buNone/>
            </a:pPr>
            <a:r>
              <a:rPr lang="en" sz="745">
                <a:solidFill>
                  <a:schemeClr val="accent1"/>
                </a:solidFill>
                <a:latin typeface="IBM Plex Sans Medium"/>
                <a:ea typeface="IBM Plex Sans Medium"/>
                <a:cs typeface="IBM Plex Sans Medium"/>
                <a:sym typeface="IBM Plex Sans Medium"/>
              </a:rPr>
              <a:t>STEP 2</a:t>
            </a:r>
            <a:endParaRPr sz="745">
              <a:solidFill>
                <a:schemeClr val="accent1"/>
              </a:solidFill>
              <a:latin typeface="IBM Plex Sans Medium"/>
              <a:ea typeface="IBM Plex Sans Medium"/>
              <a:cs typeface="IBM Plex Sans Medium"/>
              <a:sym typeface="IBM Plex Sans Medium"/>
            </a:endParaRPr>
          </a:p>
        </p:txBody>
      </p:sp>
      <p:sp>
        <p:nvSpPr>
          <p:cNvPr id="282" name="Google Shape;282;p31"/>
          <p:cNvSpPr txBox="1"/>
          <p:nvPr/>
        </p:nvSpPr>
        <p:spPr>
          <a:xfrm>
            <a:off x="1970580" y="2792765"/>
            <a:ext cx="586200" cy="262800"/>
          </a:xfrm>
          <a:prstGeom prst="rect">
            <a:avLst/>
          </a:prstGeom>
          <a:noFill/>
          <a:ln>
            <a:noFill/>
          </a:ln>
        </p:spPr>
        <p:txBody>
          <a:bodyPr anchorCtr="0" anchor="ctr" bIns="85200" lIns="85200" spcFirstLastPara="1" rIns="85200" wrap="square" tIns="85200">
            <a:noAutofit/>
          </a:bodyPr>
          <a:lstStyle/>
          <a:p>
            <a:pPr indent="0" lvl="0" marL="0" rtl="0" algn="ctr">
              <a:spcBef>
                <a:spcPts val="0"/>
              </a:spcBef>
              <a:spcAft>
                <a:spcPts val="0"/>
              </a:spcAft>
              <a:buNone/>
            </a:pPr>
            <a:r>
              <a:rPr lang="en" sz="745">
                <a:solidFill>
                  <a:schemeClr val="accent1"/>
                </a:solidFill>
                <a:latin typeface="IBM Plex Sans Medium"/>
                <a:ea typeface="IBM Plex Sans Medium"/>
                <a:cs typeface="IBM Plex Sans Medium"/>
                <a:sym typeface="IBM Plex Sans Medium"/>
              </a:rPr>
              <a:t>STEP 3</a:t>
            </a:r>
            <a:endParaRPr sz="745">
              <a:solidFill>
                <a:schemeClr val="accent1"/>
              </a:solidFill>
              <a:latin typeface="IBM Plex Sans Medium"/>
              <a:ea typeface="IBM Plex Sans Medium"/>
              <a:cs typeface="IBM Plex Sans Medium"/>
              <a:sym typeface="IBM Plex Sans Medium"/>
            </a:endParaRPr>
          </a:p>
        </p:txBody>
      </p:sp>
      <p:cxnSp>
        <p:nvCxnSpPr>
          <p:cNvPr id="283" name="Google Shape;283;p31"/>
          <p:cNvCxnSpPr/>
          <p:nvPr/>
        </p:nvCxnSpPr>
        <p:spPr>
          <a:xfrm>
            <a:off x="767479" y="2916459"/>
            <a:ext cx="301800" cy="0"/>
          </a:xfrm>
          <a:prstGeom prst="straightConnector1">
            <a:avLst/>
          </a:prstGeom>
          <a:noFill/>
          <a:ln cap="flat" cmpd="sng" w="9525">
            <a:solidFill>
              <a:schemeClr val="accent1"/>
            </a:solidFill>
            <a:prstDash val="solid"/>
            <a:round/>
            <a:headEnd len="med" w="med" type="none"/>
            <a:tailEnd len="med" w="med" type="triangle"/>
          </a:ln>
        </p:spPr>
      </p:cxnSp>
      <p:cxnSp>
        <p:nvCxnSpPr>
          <p:cNvPr id="284" name="Google Shape;284;p31"/>
          <p:cNvCxnSpPr/>
          <p:nvPr/>
        </p:nvCxnSpPr>
        <p:spPr>
          <a:xfrm>
            <a:off x="1666538" y="2916459"/>
            <a:ext cx="301800" cy="0"/>
          </a:xfrm>
          <a:prstGeom prst="straightConnector1">
            <a:avLst/>
          </a:prstGeom>
          <a:noFill/>
          <a:ln cap="flat" cmpd="sng" w="9525">
            <a:solidFill>
              <a:schemeClr val="accent1"/>
            </a:solidFill>
            <a:prstDash val="solid"/>
            <a:round/>
            <a:headEnd len="med" w="med" type="none"/>
            <a:tailEnd len="med" w="med" type="triangle"/>
          </a:ln>
        </p:spPr>
      </p:cxnSp>
      <p:cxnSp>
        <p:nvCxnSpPr>
          <p:cNvPr id="285" name="Google Shape;285;p31"/>
          <p:cNvCxnSpPr/>
          <p:nvPr/>
        </p:nvCxnSpPr>
        <p:spPr>
          <a:xfrm>
            <a:off x="2597110" y="2924169"/>
            <a:ext cx="301800" cy="0"/>
          </a:xfrm>
          <a:prstGeom prst="straightConnector1">
            <a:avLst/>
          </a:prstGeom>
          <a:noFill/>
          <a:ln cap="flat" cmpd="sng" w="9525">
            <a:solidFill>
              <a:schemeClr val="accent1"/>
            </a:solidFill>
            <a:prstDash val="solid"/>
            <a:round/>
            <a:headEnd len="med" w="med" type="none"/>
            <a:tailEnd len="med" w="med" type="triangle"/>
          </a:ln>
        </p:spPr>
      </p:cxnSp>
      <p:cxnSp>
        <p:nvCxnSpPr>
          <p:cNvPr id="286" name="Google Shape;286;p31"/>
          <p:cNvCxnSpPr/>
          <p:nvPr/>
        </p:nvCxnSpPr>
        <p:spPr>
          <a:xfrm>
            <a:off x="4490473" y="2916438"/>
            <a:ext cx="255000" cy="0"/>
          </a:xfrm>
          <a:prstGeom prst="straightConnector1">
            <a:avLst/>
          </a:prstGeom>
          <a:noFill/>
          <a:ln cap="flat" cmpd="sng" w="9525">
            <a:solidFill>
              <a:schemeClr val="accent1"/>
            </a:solidFill>
            <a:prstDash val="solid"/>
            <a:round/>
            <a:headEnd len="med" w="med" type="none"/>
            <a:tailEnd len="med" w="med" type="triangle"/>
          </a:ln>
        </p:spPr>
      </p:cxnSp>
      <p:sp>
        <p:nvSpPr>
          <p:cNvPr id="287" name="Google Shape;287;p31"/>
          <p:cNvSpPr/>
          <p:nvPr/>
        </p:nvSpPr>
        <p:spPr>
          <a:xfrm>
            <a:off x="5663091" y="2709726"/>
            <a:ext cx="655500" cy="4089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85200" lIns="85200" spcFirstLastPara="1" rIns="85200" wrap="square" tIns="85200">
            <a:noAutofit/>
          </a:bodyPr>
          <a:lstStyle/>
          <a:p>
            <a:pPr indent="0" lvl="0" marL="0" rtl="0" algn="ctr">
              <a:spcBef>
                <a:spcPts val="0"/>
              </a:spcBef>
              <a:spcAft>
                <a:spcPts val="0"/>
              </a:spcAft>
              <a:buNone/>
            </a:pPr>
            <a:r>
              <a:t/>
            </a:r>
            <a:endParaRPr sz="1305">
              <a:solidFill>
                <a:schemeClr val="dk1"/>
              </a:solidFill>
              <a:latin typeface="IBM Plex Sans"/>
              <a:ea typeface="IBM Plex Sans"/>
              <a:cs typeface="IBM Plex Sans"/>
              <a:sym typeface="IBM Plex Sans"/>
            </a:endParaRPr>
          </a:p>
        </p:txBody>
      </p:sp>
      <p:sp>
        <p:nvSpPr>
          <p:cNvPr id="288" name="Google Shape;288;p31"/>
          <p:cNvSpPr/>
          <p:nvPr/>
        </p:nvSpPr>
        <p:spPr>
          <a:xfrm>
            <a:off x="4747795" y="2719668"/>
            <a:ext cx="655500" cy="4089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85200" lIns="85200" spcFirstLastPara="1" rIns="85200" wrap="square" tIns="85200">
            <a:noAutofit/>
          </a:bodyPr>
          <a:lstStyle/>
          <a:p>
            <a:pPr indent="0" lvl="0" marL="0" rtl="0" algn="ctr">
              <a:spcBef>
                <a:spcPts val="0"/>
              </a:spcBef>
              <a:spcAft>
                <a:spcPts val="0"/>
              </a:spcAft>
              <a:buNone/>
            </a:pPr>
            <a:r>
              <a:t/>
            </a:r>
            <a:endParaRPr sz="1305">
              <a:solidFill>
                <a:schemeClr val="dk1"/>
              </a:solidFill>
              <a:latin typeface="IBM Plex Sans"/>
              <a:ea typeface="IBM Plex Sans"/>
              <a:cs typeface="IBM Plex Sans"/>
              <a:sym typeface="IBM Plex Sans"/>
            </a:endParaRPr>
          </a:p>
        </p:txBody>
      </p:sp>
      <p:sp>
        <p:nvSpPr>
          <p:cNvPr id="289" name="Google Shape;289;p31"/>
          <p:cNvSpPr/>
          <p:nvPr/>
        </p:nvSpPr>
        <p:spPr>
          <a:xfrm>
            <a:off x="3839960" y="2719668"/>
            <a:ext cx="655500" cy="4089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85200" lIns="85200" spcFirstLastPara="1" rIns="85200" wrap="square" tIns="85200">
            <a:noAutofit/>
          </a:bodyPr>
          <a:lstStyle/>
          <a:p>
            <a:pPr indent="0" lvl="0" marL="0" rtl="0" algn="ctr">
              <a:spcBef>
                <a:spcPts val="0"/>
              </a:spcBef>
              <a:spcAft>
                <a:spcPts val="0"/>
              </a:spcAft>
              <a:buNone/>
            </a:pPr>
            <a:r>
              <a:t/>
            </a:r>
            <a:endParaRPr sz="1305">
              <a:solidFill>
                <a:schemeClr val="dk1"/>
              </a:solidFill>
              <a:latin typeface="IBM Plex Sans"/>
              <a:ea typeface="IBM Plex Sans"/>
              <a:cs typeface="IBM Plex Sans"/>
              <a:sym typeface="IBM Plex Sans"/>
            </a:endParaRPr>
          </a:p>
        </p:txBody>
      </p:sp>
      <p:cxnSp>
        <p:nvCxnSpPr>
          <p:cNvPr id="290" name="Google Shape;290;p31"/>
          <p:cNvCxnSpPr/>
          <p:nvPr/>
        </p:nvCxnSpPr>
        <p:spPr>
          <a:xfrm>
            <a:off x="5403519" y="2899620"/>
            <a:ext cx="255000" cy="0"/>
          </a:xfrm>
          <a:prstGeom prst="straightConnector1">
            <a:avLst/>
          </a:prstGeom>
          <a:noFill/>
          <a:ln cap="flat" cmpd="sng" w="9525">
            <a:solidFill>
              <a:schemeClr val="accent1"/>
            </a:solidFill>
            <a:prstDash val="solid"/>
            <a:round/>
            <a:headEnd len="med" w="med" type="none"/>
            <a:tailEnd len="med" w="med" type="triangle"/>
          </a:ln>
        </p:spPr>
      </p:cxnSp>
      <p:sp>
        <p:nvSpPr>
          <p:cNvPr id="291" name="Google Shape;291;p31"/>
          <p:cNvSpPr txBox="1"/>
          <p:nvPr/>
        </p:nvSpPr>
        <p:spPr>
          <a:xfrm>
            <a:off x="3866227" y="2817643"/>
            <a:ext cx="601500" cy="213000"/>
          </a:xfrm>
          <a:prstGeom prst="rect">
            <a:avLst/>
          </a:prstGeom>
          <a:noFill/>
          <a:ln>
            <a:noFill/>
          </a:ln>
        </p:spPr>
        <p:txBody>
          <a:bodyPr anchorCtr="0" anchor="ctr" bIns="85200" lIns="85200" spcFirstLastPara="1" rIns="85200" wrap="square" tIns="85200">
            <a:noAutofit/>
          </a:bodyPr>
          <a:lstStyle/>
          <a:p>
            <a:pPr indent="0" lvl="0" marL="0" rtl="0" algn="ctr">
              <a:spcBef>
                <a:spcPts val="0"/>
              </a:spcBef>
              <a:spcAft>
                <a:spcPts val="0"/>
              </a:spcAft>
              <a:buNone/>
            </a:pPr>
            <a:r>
              <a:rPr lang="en" sz="745">
                <a:solidFill>
                  <a:schemeClr val="accent1"/>
                </a:solidFill>
                <a:latin typeface="IBM Plex Sans Medium"/>
                <a:ea typeface="IBM Plex Sans Medium"/>
                <a:cs typeface="IBM Plex Sans Medium"/>
                <a:sym typeface="IBM Plex Sans Medium"/>
              </a:rPr>
              <a:t>STEP 5</a:t>
            </a:r>
            <a:endParaRPr sz="745">
              <a:solidFill>
                <a:schemeClr val="accent1"/>
              </a:solidFill>
              <a:latin typeface="IBM Plex Sans Medium"/>
              <a:ea typeface="IBM Plex Sans Medium"/>
              <a:cs typeface="IBM Plex Sans Medium"/>
              <a:sym typeface="IBM Plex Sans Medium"/>
            </a:endParaRPr>
          </a:p>
        </p:txBody>
      </p:sp>
      <p:sp>
        <p:nvSpPr>
          <p:cNvPr id="292" name="Google Shape;292;p31"/>
          <p:cNvSpPr txBox="1"/>
          <p:nvPr/>
        </p:nvSpPr>
        <p:spPr>
          <a:xfrm>
            <a:off x="4773991" y="2807813"/>
            <a:ext cx="601500" cy="213000"/>
          </a:xfrm>
          <a:prstGeom prst="rect">
            <a:avLst/>
          </a:prstGeom>
          <a:noFill/>
          <a:ln>
            <a:noFill/>
          </a:ln>
        </p:spPr>
        <p:txBody>
          <a:bodyPr anchorCtr="0" anchor="ctr" bIns="85200" lIns="85200" spcFirstLastPara="1" rIns="85200" wrap="square" tIns="85200">
            <a:noAutofit/>
          </a:bodyPr>
          <a:lstStyle/>
          <a:p>
            <a:pPr indent="0" lvl="0" marL="0" rtl="0" algn="ctr">
              <a:spcBef>
                <a:spcPts val="0"/>
              </a:spcBef>
              <a:spcAft>
                <a:spcPts val="0"/>
              </a:spcAft>
              <a:buNone/>
            </a:pPr>
            <a:r>
              <a:rPr lang="en" sz="745">
                <a:solidFill>
                  <a:schemeClr val="accent1"/>
                </a:solidFill>
                <a:latin typeface="IBM Plex Sans Medium"/>
                <a:ea typeface="IBM Plex Sans Medium"/>
                <a:cs typeface="IBM Plex Sans Medium"/>
                <a:sym typeface="IBM Plex Sans Medium"/>
              </a:rPr>
              <a:t>STEP 6</a:t>
            </a:r>
            <a:endParaRPr sz="745">
              <a:solidFill>
                <a:schemeClr val="accent1"/>
              </a:solidFill>
              <a:latin typeface="IBM Plex Sans Medium"/>
              <a:ea typeface="IBM Plex Sans Medium"/>
              <a:cs typeface="IBM Plex Sans Medium"/>
              <a:sym typeface="IBM Plex Sans Medium"/>
            </a:endParaRPr>
          </a:p>
        </p:txBody>
      </p:sp>
      <p:sp>
        <p:nvSpPr>
          <p:cNvPr id="293" name="Google Shape;293;p31"/>
          <p:cNvSpPr txBox="1"/>
          <p:nvPr/>
        </p:nvSpPr>
        <p:spPr>
          <a:xfrm>
            <a:off x="5687029" y="2807813"/>
            <a:ext cx="601500" cy="213000"/>
          </a:xfrm>
          <a:prstGeom prst="rect">
            <a:avLst/>
          </a:prstGeom>
          <a:noFill/>
          <a:ln>
            <a:noFill/>
          </a:ln>
        </p:spPr>
        <p:txBody>
          <a:bodyPr anchorCtr="0" anchor="ctr" bIns="85200" lIns="85200" spcFirstLastPara="1" rIns="85200" wrap="square" tIns="85200">
            <a:noAutofit/>
          </a:bodyPr>
          <a:lstStyle/>
          <a:p>
            <a:pPr indent="0" lvl="0" marL="0" rtl="0" algn="ctr">
              <a:spcBef>
                <a:spcPts val="0"/>
              </a:spcBef>
              <a:spcAft>
                <a:spcPts val="0"/>
              </a:spcAft>
              <a:buNone/>
            </a:pPr>
            <a:r>
              <a:rPr lang="en" sz="745">
                <a:solidFill>
                  <a:schemeClr val="accent1"/>
                </a:solidFill>
                <a:latin typeface="IBM Plex Sans Medium"/>
                <a:ea typeface="IBM Plex Sans Medium"/>
                <a:cs typeface="IBM Plex Sans Medium"/>
                <a:sym typeface="IBM Plex Sans Medium"/>
              </a:rPr>
              <a:t>STEP 7</a:t>
            </a:r>
            <a:endParaRPr sz="745">
              <a:solidFill>
                <a:schemeClr val="accent1"/>
              </a:solidFill>
              <a:latin typeface="IBM Plex Sans Medium"/>
              <a:ea typeface="IBM Plex Sans Medium"/>
              <a:cs typeface="IBM Plex Sans Medium"/>
              <a:sym typeface="IBM Plex Sans Medium"/>
            </a:endParaRPr>
          </a:p>
        </p:txBody>
      </p:sp>
      <p:sp>
        <p:nvSpPr>
          <p:cNvPr id="294" name="Google Shape;294;p31"/>
          <p:cNvSpPr txBox="1"/>
          <p:nvPr/>
        </p:nvSpPr>
        <p:spPr>
          <a:xfrm>
            <a:off x="821824" y="3183350"/>
            <a:ext cx="954300" cy="60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IBM Plex Sans"/>
                <a:ea typeface="IBM Plex Sans"/>
                <a:cs typeface="IBM Plex Sans"/>
                <a:sym typeface="IBM Plex Sans"/>
              </a:rPr>
              <a:t>Demographics questions</a:t>
            </a:r>
            <a:endParaRPr sz="700">
              <a:solidFill>
                <a:schemeClr val="dk1"/>
              </a:solidFill>
              <a:latin typeface="IBM Plex Sans"/>
              <a:ea typeface="IBM Plex Sans"/>
              <a:cs typeface="IBM Plex Sans"/>
              <a:sym typeface="IBM Plex Sans"/>
            </a:endParaRPr>
          </a:p>
        </p:txBody>
      </p:sp>
      <p:sp>
        <p:nvSpPr>
          <p:cNvPr id="295" name="Google Shape;295;p31"/>
          <p:cNvSpPr txBox="1"/>
          <p:nvPr/>
        </p:nvSpPr>
        <p:spPr>
          <a:xfrm>
            <a:off x="436725" y="1011300"/>
            <a:ext cx="8447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About 250 people were recruited from PureSpectrum to take the survey created via Qualtrics. Each person was presented with </a:t>
            </a:r>
            <a:r>
              <a:rPr lang="en" sz="1200">
                <a:solidFill>
                  <a:schemeClr val="dk1"/>
                </a:solidFill>
              </a:rPr>
              <a:t>2</a:t>
            </a:r>
            <a:r>
              <a:rPr lang="en" sz="1200">
                <a:solidFill>
                  <a:schemeClr val="dk1"/>
                </a:solidFill>
              </a:rPr>
              <a:t> randomized treatment posts (red meat and seed oil). 7-point Lik</a:t>
            </a:r>
            <a:r>
              <a:rPr lang="en" sz="1200">
                <a:solidFill>
                  <a:schemeClr val="dk1"/>
                </a:solidFill>
              </a:rPr>
              <a:t>e</a:t>
            </a:r>
            <a:r>
              <a:rPr lang="en" sz="1200">
                <a:solidFill>
                  <a:schemeClr val="dk1"/>
                </a:solidFill>
              </a:rPr>
              <a:t>rt scale was used to measure each question response.</a:t>
            </a:r>
            <a:endParaRPr sz="1200">
              <a:solidFill>
                <a:schemeClr val="dk1"/>
              </a:solidFill>
            </a:endParaRPr>
          </a:p>
        </p:txBody>
      </p:sp>
      <p:sp>
        <p:nvSpPr>
          <p:cNvPr id="296" name="Google Shape;296;p31"/>
          <p:cNvSpPr txBox="1"/>
          <p:nvPr/>
        </p:nvSpPr>
        <p:spPr>
          <a:xfrm>
            <a:off x="105750" y="4275061"/>
            <a:ext cx="89325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rPr>
              <a:t>Randomization was applied for treatment questions using Qualtrics which enforced each person to get at least one expert treatment and one influencer treatment.</a:t>
            </a:r>
            <a:endParaRPr sz="1200">
              <a:solidFill>
                <a:schemeClr val="dk1"/>
              </a:solidFill>
            </a:endParaRPr>
          </a:p>
        </p:txBody>
      </p:sp>
      <p:sp>
        <p:nvSpPr>
          <p:cNvPr id="297" name="Google Shape;297;p31"/>
          <p:cNvSpPr/>
          <p:nvPr/>
        </p:nvSpPr>
        <p:spPr>
          <a:xfrm>
            <a:off x="2879062" y="2716889"/>
            <a:ext cx="655500" cy="4089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85200" lIns="85200" spcFirstLastPara="1" rIns="85200" wrap="square" tIns="85200">
            <a:noAutofit/>
          </a:bodyPr>
          <a:lstStyle/>
          <a:p>
            <a:pPr indent="0" lvl="0" marL="0" rtl="0" algn="ctr">
              <a:spcBef>
                <a:spcPts val="0"/>
              </a:spcBef>
              <a:spcAft>
                <a:spcPts val="0"/>
              </a:spcAft>
              <a:buNone/>
            </a:pPr>
            <a:r>
              <a:t/>
            </a:r>
            <a:endParaRPr sz="1305">
              <a:solidFill>
                <a:schemeClr val="dk1"/>
              </a:solidFill>
              <a:latin typeface="IBM Plex Sans"/>
              <a:ea typeface="IBM Plex Sans"/>
              <a:cs typeface="IBM Plex Sans"/>
              <a:sym typeface="IBM Plex Sans"/>
            </a:endParaRPr>
          </a:p>
        </p:txBody>
      </p:sp>
      <p:sp>
        <p:nvSpPr>
          <p:cNvPr id="298" name="Google Shape;298;p31"/>
          <p:cNvSpPr txBox="1"/>
          <p:nvPr/>
        </p:nvSpPr>
        <p:spPr>
          <a:xfrm>
            <a:off x="2905329" y="2814863"/>
            <a:ext cx="601500" cy="213000"/>
          </a:xfrm>
          <a:prstGeom prst="rect">
            <a:avLst/>
          </a:prstGeom>
          <a:noFill/>
          <a:ln>
            <a:noFill/>
          </a:ln>
        </p:spPr>
        <p:txBody>
          <a:bodyPr anchorCtr="0" anchor="ctr" bIns="85200" lIns="85200" spcFirstLastPara="1" rIns="85200" wrap="square" tIns="85200">
            <a:noAutofit/>
          </a:bodyPr>
          <a:lstStyle/>
          <a:p>
            <a:pPr indent="0" lvl="0" marL="0" rtl="0" algn="ctr">
              <a:spcBef>
                <a:spcPts val="0"/>
              </a:spcBef>
              <a:spcAft>
                <a:spcPts val="0"/>
              </a:spcAft>
              <a:buNone/>
            </a:pPr>
            <a:r>
              <a:rPr lang="en" sz="745">
                <a:solidFill>
                  <a:schemeClr val="accent1"/>
                </a:solidFill>
                <a:latin typeface="IBM Plex Sans Medium"/>
                <a:ea typeface="IBM Plex Sans Medium"/>
                <a:cs typeface="IBM Plex Sans Medium"/>
                <a:sym typeface="IBM Plex Sans Medium"/>
              </a:rPr>
              <a:t>STEP 4</a:t>
            </a:r>
            <a:endParaRPr sz="745">
              <a:solidFill>
                <a:schemeClr val="accent1"/>
              </a:solidFill>
              <a:latin typeface="IBM Plex Sans Medium"/>
              <a:ea typeface="IBM Plex Sans Medium"/>
              <a:cs typeface="IBM Plex Sans Medium"/>
              <a:sym typeface="IBM Plex Sans Medium"/>
            </a:endParaRPr>
          </a:p>
        </p:txBody>
      </p:sp>
      <p:cxnSp>
        <p:nvCxnSpPr>
          <p:cNvPr id="299" name="Google Shape;299;p31"/>
          <p:cNvCxnSpPr/>
          <p:nvPr/>
        </p:nvCxnSpPr>
        <p:spPr>
          <a:xfrm>
            <a:off x="3526938" y="2899617"/>
            <a:ext cx="301800" cy="0"/>
          </a:xfrm>
          <a:prstGeom prst="straightConnector1">
            <a:avLst/>
          </a:prstGeom>
          <a:noFill/>
          <a:ln cap="flat" cmpd="sng" w="9525">
            <a:solidFill>
              <a:schemeClr val="accent1"/>
            </a:solidFill>
            <a:prstDash val="solid"/>
            <a:round/>
            <a:headEnd len="med" w="med" type="none"/>
            <a:tailEnd len="med" w="med" type="triangle"/>
          </a:ln>
        </p:spPr>
      </p:cxnSp>
      <p:sp>
        <p:nvSpPr>
          <p:cNvPr id="300" name="Google Shape;300;p31"/>
          <p:cNvSpPr txBox="1"/>
          <p:nvPr/>
        </p:nvSpPr>
        <p:spPr>
          <a:xfrm>
            <a:off x="3589912" y="3183350"/>
            <a:ext cx="877500" cy="55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IBM Plex Sans"/>
                <a:ea typeface="IBM Plex Sans"/>
                <a:cs typeface="IBM Plex Sans"/>
                <a:sym typeface="IBM Plex Sans"/>
              </a:rPr>
              <a:t>Pre-treatment questions</a:t>
            </a:r>
            <a:endParaRPr sz="700">
              <a:solidFill>
                <a:schemeClr val="dk1"/>
              </a:solidFill>
              <a:latin typeface="IBM Plex Sans"/>
              <a:ea typeface="IBM Plex Sans"/>
              <a:cs typeface="IBM Plex Sans"/>
              <a:sym typeface="IBM Plex Sans"/>
            </a:endParaRPr>
          </a:p>
        </p:txBody>
      </p:sp>
      <p:sp>
        <p:nvSpPr>
          <p:cNvPr id="301" name="Google Shape;301;p31"/>
          <p:cNvSpPr txBox="1"/>
          <p:nvPr/>
        </p:nvSpPr>
        <p:spPr>
          <a:xfrm>
            <a:off x="4708437" y="3183350"/>
            <a:ext cx="877500" cy="5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IBM Plex Sans"/>
                <a:ea typeface="IBM Plex Sans"/>
                <a:cs typeface="IBM Plex Sans"/>
                <a:sym typeface="IBM Plex Sans"/>
              </a:rPr>
              <a:t>2nd</a:t>
            </a:r>
            <a:r>
              <a:rPr lang="en" sz="700">
                <a:solidFill>
                  <a:schemeClr val="dk1"/>
                </a:solidFill>
                <a:latin typeface="IBM Plex Sans"/>
                <a:ea typeface="IBM Plex Sans"/>
                <a:cs typeface="IBM Plex Sans"/>
                <a:sym typeface="IBM Plex Sans"/>
              </a:rPr>
              <a:t> attentive questions</a:t>
            </a:r>
            <a:endParaRPr sz="700">
              <a:solidFill>
                <a:schemeClr val="dk1"/>
              </a:solidFill>
              <a:latin typeface="IBM Plex Sans"/>
              <a:ea typeface="IBM Plex Sans"/>
              <a:cs typeface="IBM Plex Sans"/>
              <a:sym typeface="IBM Plex Sans"/>
            </a:endParaRPr>
          </a:p>
        </p:txBody>
      </p:sp>
      <p:sp>
        <p:nvSpPr>
          <p:cNvPr id="302" name="Google Shape;302;p31"/>
          <p:cNvSpPr txBox="1"/>
          <p:nvPr/>
        </p:nvSpPr>
        <p:spPr>
          <a:xfrm>
            <a:off x="6445148" y="3183350"/>
            <a:ext cx="877500" cy="60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IBM Plex Sans"/>
                <a:ea typeface="IBM Plex Sans"/>
                <a:cs typeface="IBM Plex Sans"/>
                <a:sym typeface="IBM Plex Sans"/>
              </a:rPr>
              <a:t>Dummy</a:t>
            </a:r>
            <a:r>
              <a:rPr lang="en" sz="700">
                <a:solidFill>
                  <a:schemeClr val="dk1"/>
                </a:solidFill>
                <a:latin typeface="IBM Plex Sans"/>
                <a:ea typeface="IBM Plex Sans"/>
                <a:cs typeface="IBM Plex Sans"/>
                <a:sym typeface="IBM Plex Sans"/>
              </a:rPr>
              <a:t> questions</a:t>
            </a:r>
            <a:endParaRPr sz="700">
              <a:solidFill>
                <a:schemeClr val="dk1"/>
              </a:solidFill>
              <a:latin typeface="IBM Plex Sans"/>
              <a:ea typeface="IBM Plex Sans"/>
              <a:cs typeface="IBM Plex Sans"/>
              <a:sym typeface="IBM Plex Sans"/>
            </a:endParaRPr>
          </a:p>
        </p:txBody>
      </p:sp>
      <p:sp>
        <p:nvSpPr>
          <p:cNvPr id="303" name="Google Shape;303;p31"/>
          <p:cNvSpPr txBox="1"/>
          <p:nvPr/>
        </p:nvSpPr>
        <p:spPr>
          <a:xfrm>
            <a:off x="7415135" y="3183350"/>
            <a:ext cx="877500" cy="60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IBM Plex Sans"/>
                <a:ea typeface="IBM Plex Sans"/>
                <a:cs typeface="IBM Plex Sans"/>
                <a:sym typeface="IBM Plex Sans"/>
              </a:rPr>
              <a:t>Treatment questions</a:t>
            </a:r>
            <a:endParaRPr sz="700">
              <a:solidFill>
                <a:schemeClr val="dk1"/>
              </a:solidFill>
              <a:latin typeface="IBM Plex Sans"/>
              <a:ea typeface="IBM Plex Sans"/>
              <a:cs typeface="IBM Plex Sans"/>
              <a:sym typeface="IBM Plex Sans"/>
            </a:endParaRPr>
          </a:p>
        </p:txBody>
      </p:sp>
      <p:cxnSp>
        <p:nvCxnSpPr>
          <p:cNvPr id="304" name="Google Shape;304;p31"/>
          <p:cNvCxnSpPr/>
          <p:nvPr/>
        </p:nvCxnSpPr>
        <p:spPr>
          <a:xfrm>
            <a:off x="7278595" y="2906571"/>
            <a:ext cx="255000" cy="0"/>
          </a:xfrm>
          <a:prstGeom prst="straightConnector1">
            <a:avLst/>
          </a:prstGeom>
          <a:noFill/>
          <a:ln cap="flat" cmpd="sng" w="9525">
            <a:solidFill>
              <a:schemeClr val="accent1"/>
            </a:solidFill>
            <a:prstDash val="solid"/>
            <a:round/>
            <a:headEnd len="med" w="med" type="none"/>
            <a:tailEnd len="med" w="med" type="triangle"/>
          </a:ln>
        </p:spPr>
      </p:cxnSp>
      <p:sp>
        <p:nvSpPr>
          <p:cNvPr id="305" name="Google Shape;305;p31"/>
          <p:cNvSpPr/>
          <p:nvPr/>
        </p:nvSpPr>
        <p:spPr>
          <a:xfrm>
            <a:off x="8451212" y="2699858"/>
            <a:ext cx="655500" cy="4089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85200" lIns="85200" spcFirstLastPara="1" rIns="85200" wrap="square" tIns="85200">
            <a:noAutofit/>
          </a:bodyPr>
          <a:lstStyle/>
          <a:p>
            <a:pPr indent="0" lvl="0" marL="0" rtl="0" algn="ctr">
              <a:spcBef>
                <a:spcPts val="0"/>
              </a:spcBef>
              <a:spcAft>
                <a:spcPts val="0"/>
              </a:spcAft>
              <a:buNone/>
            </a:pPr>
            <a:r>
              <a:t/>
            </a:r>
            <a:endParaRPr sz="1305">
              <a:solidFill>
                <a:schemeClr val="dk1"/>
              </a:solidFill>
              <a:latin typeface="IBM Plex Sans"/>
              <a:ea typeface="IBM Plex Sans"/>
              <a:cs typeface="IBM Plex Sans"/>
              <a:sym typeface="IBM Plex Sans"/>
            </a:endParaRPr>
          </a:p>
        </p:txBody>
      </p:sp>
      <p:sp>
        <p:nvSpPr>
          <p:cNvPr id="306" name="Google Shape;306;p31"/>
          <p:cNvSpPr/>
          <p:nvPr/>
        </p:nvSpPr>
        <p:spPr>
          <a:xfrm>
            <a:off x="7535916" y="2709801"/>
            <a:ext cx="655500" cy="4089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85200" lIns="85200" spcFirstLastPara="1" rIns="85200" wrap="square" tIns="85200">
            <a:noAutofit/>
          </a:bodyPr>
          <a:lstStyle/>
          <a:p>
            <a:pPr indent="0" lvl="0" marL="0" rtl="0" algn="ctr">
              <a:spcBef>
                <a:spcPts val="0"/>
              </a:spcBef>
              <a:spcAft>
                <a:spcPts val="0"/>
              </a:spcAft>
              <a:buNone/>
            </a:pPr>
            <a:r>
              <a:t/>
            </a:r>
            <a:endParaRPr sz="1305">
              <a:solidFill>
                <a:schemeClr val="dk1"/>
              </a:solidFill>
              <a:latin typeface="IBM Plex Sans"/>
              <a:ea typeface="IBM Plex Sans"/>
              <a:cs typeface="IBM Plex Sans"/>
              <a:sym typeface="IBM Plex Sans"/>
            </a:endParaRPr>
          </a:p>
        </p:txBody>
      </p:sp>
      <p:sp>
        <p:nvSpPr>
          <p:cNvPr id="307" name="Google Shape;307;p31"/>
          <p:cNvSpPr/>
          <p:nvPr/>
        </p:nvSpPr>
        <p:spPr>
          <a:xfrm>
            <a:off x="6628082" y="2709801"/>
            <a:ext cx="655500" cy="4089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85200" lIns="85200" spcFirstLastPara="1" rIns="85200" wrap="square" tIns="85200">
            <a:noAutofit/>
          </a:bodyPr>
          <a:lstStyle/>
          <a:p>
            <a:pPr indent="0" lvl="0" marL="0" rtl="0" algn="ctr">
              <a:spcBef>
                <a:spcPts val="0"/>
              </a:spcBef>
              <a:spcAft>
                <a:spcPts val="0"/>
              </a:spcAft>
              <a:buNone/>
            </a:pPr>
            <a:r>
              <a:t/>
            </a:r>
            <a:endParaRPr sz="1305">
              <a:solidFill>
                <a:schemeClr val="dk1"/>
              </a:solidFill>
              <a:latin typeface="IBM Plex Sans"/>
              <a:ea typeface="IBM Plex Sans"/>
              <a:cs typeface="IBM Plex Sans"/>
              <a:sym typeface="IBM Plex Sans"/>
            </a:endParaRPr>
          </a:p>
        </p:txBody>
      </p:sp>
      <p:cxnSp>
        <p:nvCxnSpPr>
          <p:cNvPr id="308" name="Google Shape;308;p31"/>
          <p:cNvCxnSpPr/>
          <p:nvPr/>
        </p:nvCxnSpPr>
        <p:spPr>
          <a:xfrm>
            <a:off x="8191640" y="2889753"/>
            <a:ext cx="255000" cy="0"/>
          </a:xfrm>
          <a:prstGeom prst="straightConnector1">
            <a:avLst/>
          </a:prstGeom>
          <a:noFill/>
          <a:ln cap="flat" cmpd="sng" w="9525">
            <a:solidFill>
              <a:schemeClr val="accent1"/>
            </a:solidFill>
            <a:prstDash val="solid"/>
            <a:round/>
            <a:headEnd len="med" w="med" type="none"/>
            <a:tailEnd len="med" w="med" type="triangle"/>
          </a:ln>
        </p:spPr>
      </p:cxnSp>
      <p:sp>
        <p:nvSpPr>
          <p:cNvPr id="309" name="Google Shape;309;p31"/>
          <p:cNvSpPr txBox="1"/>
          <p:nvPr/>
        </p:nvSpPr>
        <p:spPr>
          <a:xfrm>
            <a:off x="6654349" y="2807775"/>
            <a:ext cx="601500" cy="213000"/>
          </a:xfrm>
          <a:prstGeom prst="rect">
            <a:avLst/>
          </a:prstGeom>
          <a:noFill/>
          <a:ln>
            <a:noFill/>
          </a:ln>
        </p:spPr>
        <p:txBody>
          <a:bodyPr anchorCtr="0" anchor="ctr" bIns="85200" lIns="85200" spcFirstLastPara="1" rIns="85200" wrap="square" tIns="85200">
            <a:noAutofit/>
          </a:bodyPr>
          <a:lstStyle/>
          <a:p>
            <a:pPr indent="0" lvl="0" marL="0" rtl="0" algn="ctr">
              <a:spcBef>
                <a:spcPts val="0"/>
              </a:spcBef>
              <a:spcAft>
                <a:spcPts val="0"/>
              </a:spcAft>
              <a:buNone/>
            </a:pPr>
            <a:r>
              <a:rPr lang="en" sz="745">
                <a:solidFill>
                  <a:schemeClr val="accent1"/>
                </a:solidFill>
                <a:latin typeface="IBM Plex Sans Medium"/>
                <a:ea typeface="IBM Plex Sans Medium"/>
                <a:cs typeface="IBM Plex Sans Medium"/>
                <a:sym typeface="IBM Plex Sans Medium"/>
              </a:rPr>
              <a:t>STEP 8</a:t>
            </a:r>
            <a:endParaRPr sz="745">
              <a:solidFill>
                <a:schemeClr val="accent1"/>
              </a:solidFill>
              <a:latin typeface="IBM Plex Sans Medium"/>
              <a:ea typeface="IBM Plex Sans Medium"/>
              <a:cs typeface="IBM Plex Sans Medium"/>
              <a:sym typeface="IBM Plex Sans Medium"/>
            </a:endParaRPr>
          </a:p>
        </p:txBody>
      </p:sp>
      <p:sp>
        <p:nvSpPr>
          <p:cNvPr id="310" name="Google Shape;310;p31"/>
          <p:cNvSpPr txBox="1"/>
          <p:nvPr/>
        </p:nvSpPr>
        <p:spPr>
          <a:xfrm>
            <a:off x="7562113" y="2797945"/>
            <a:ext cx="601500" cy="213000"/>
          </a:xfrm>
          <a:prstGeom prst="rect">
            <a:avLst/>
          </a:prstGeom>
          <a:noFill/>
          <a:ln>
            <a:noFill/>
          </a:ln>
        </p:spPr>
        <p:txBody>
          <a:bodyPr anchorCtr="0" anchor="ctr" bIns="85200" lIns="85200" spcFirstLastPara="1" rIns="85200" wrap="square" tIns="85200">
            <a:noAutofit/>
          </a:bodyPr>
          <a:lstStyle/>
          <a:p>
            <a:pPr indent="0" lvl="0" marL="0" rtl="0" algn="ctr">
              <a:spcBef>
                <a:spcPts val="0"/>
              </a:spcBef>
              <a:spcAft>
                <a:spcPts val="0"/>
              </a:spcAft>
              <a:buNone/>
            </a:pPr>
            <a:r>
              <a:rPr lang="en" sz="745">
                <a:solidFill>
                  <a:schemeClr val="accent1"/>
                </a:solidFill>
                <a:latin typeface="IBM Plex Sans Medium"/>
                <a:ea typeface="IBM Plex Sans Medium"/>
                <a:cs typeface="IBM Plex Sans Medium"/>
                <a:sym typeface="IBM Plex Sans Medium"/>
              </a:rPr>
              <a:t>STEP 9</a:t>
            </a:r>
            <a:endParaRPr sz="745">
              <a:solidFill>
                <a:schemeClr val="accent1"/>
              </a:solidFill>
              <a:latin typeface="IBM Plex Sans Medium"/>
              <a:ea typeface="IBM Plex Sans Medium"/>
              <a:cs typeface="IBM Plex Sans Medium"/>
              <a:sym typeface="IBM Plex Sans Medium"/>
            </a:endParaRPr>
          </a:p>
        </p:txBody>
      </p:sp>
      <p:sp>
        <p:nvSpPr>
          <p:cNvPr id="311" name="Google Shape;311;p31"/>
          <p:cNvSpPr txBox="1"/>
          <p:nvPr/>
        </p:nvSpPr>
        <p:spPr>
          <a:xfrm>
            <a:off x="8475151" y="2797945"/>
            <a:ext cx="601500" cy="213000"/>
          </a:xfrm>
          <a:prstGeom prst="rect">
            <a:avLst/>
          </a:prstGeom>
          <a:noFill/>
          <a:ln>
            <a:noFill/>
          </a:ln>
        </p:spPr>
        <p:txBody>
          <a:bodyPr anchorCtr="0" anchor="ctr" bIns="85200" lIns="85200" spcFirstLastPara="1" rIns="85200" wrap="square" tIns="85200">
            <a:noAutofit/>
          </a:bodyPr>
          <a:lstStyle/>
          <a:p>
            <a:pPr indent="0" lvl="0" marL="0" rtl="0" algn="ctr">
              <a:spcBef>
                <a:spcPts val="0"/>
              </a:spcBef>
              <a:spcAft>
                <a:spcPts val="0"/>
              </a:spcAft>
              <a:buNone/>
            </a:pPr>
            <a:r>
              <a:rPr lang="en" sz="745">
                <a:solidFill>
                  <a:schemeClr val="accent1"/>
                </a:solidFill>
                <a:latin typeface="IBM Plex Sans Medium"/>
                <a:ea typeface="IBM Plex Sans Medium"/>
                <a:cs typeface="IBM Plex Sans Medium"/>
                <a:sym typeface="IBM Plex Sans Medium"/>
              </a:rPr>
              <a:t>STEP 10</a:t>
            </a:r>
            <a:endParaRPr sz="745">
              <a:solidFill>
                <a:schemeClr val="accent1"/>
              </a:solidFill>
              <a:latin typeface="IBM Plex Sans Medium"/>
              <a:ea typeface="IBM Plex Sans Medium"/>
              <a:cs typeface="IBM Plex Sans Medium"/>
              <a:sym typeface="IBM Plex Sans Medium"/>
            </a:endParaRPr>
          </a:p>
        </p:txBody>
      </p:sp>
      <p:cxnSp>
        <p:nvCxnSpPr>
          <p:cNvPr id="312" name="Google Shape;312;p31"/>
          <p:cNvCxnSpPr/>
          <p:nvPr/>
        </p:nvCxnSpPr>
        <p:spPr>
          <a:xfrm>
            <a:off x="6315059" y="2889749"/>
            <a:ext cx="301800" cy="0"/>
          </a:xfrm>
          <a:prstGeom prst="straightConnector1">
            <a:avLst/>
          </a:prstGeom>
          <a:noFill/>
          <a:ln cap="flat" cmpd="sng" w="9525">
            <a:solidFill>
              <a:schemeClr val="accent1"/>
            </a:solidFill>
            <a:prstDash val="solid"/>
            <a:round/>
            <a:headEnd len="med" w="med" type="none"/>
            <a:tailEnd len="med" w="med" type="triangle"/>
          </a:ln>
        </p:spPr>
      </p:cxnSp>
      <p:sp>
        <p:nvSpPr>
          <p:cNvPr id="313" name="Google Shape;313;p31"/>
          <p:cNvSpPr txBox="1"/>
          <p:nvPr>
            <p:ph idx="2" type="subTitle"/>
          </p:nvPr>
        </p:nvSpPr>
        <p:spPr>
          <a:xfrm>
            <a:off x="436725" y="189300"/>
            <a:ext cx="1893000" cy="228600"/>
          </a:xfrm>
          <a:prstGeom prst="rect">
            <a:avLst/>
          </a:prstGeom>
        </p:spPr>
        <p:txBody>
          <a:bodyPr anchorCtr="0" anchor="t" bIns="0" lIns="0" spcFirstLastPara="1" rIns="91425" wrap="square" tIns="0">
            <a:normAutofit/>
          </a:bodyPr>
          <a:lstStyle/>
          <a:p>
            <a:pPr indent="0" lvl="0" marL="0" rtl="0" algn="l">
              <a:spcBef>
                <a:spcPts val="0"/>
              </a:spcBef>
              <a:spcAft>
                <a:spcPts val="1200"/>
              </a:spcAft>
              <a:buNone/>
            </a:pPr>
            <a:r>
              <a:rPr lang="en"/>
              <a:t>UC Berkeley</a:t>
            </a:r>
            <a:endParaRPr/>
          </a:p>
        </p:txBody>
      </p:sp>
      <p:sp>
        <p:nvSpPr>
          <p:cNvPr id="314" name="Google Shape;314;p31"/>
          <p:cNvSpPr txBox="1"/>
          <p:nvPr>
            <p:ph idx="1" type="subTitle"/>
          </p:nvPr>
        </p:nvSpPr>
        <p:spPr>
          <a:xfrm>
            <a:off x="6802800" y="230700"/>
            <a:ext cx="1050600" cy="145800"/>
          </a:xfrm>
          <a:prstGeom prst="rect">
            <a:avLst/>
          </a:prstGeom>
        </p:spPr>
        <p:txBody>
          <a:bodyPr anchorCtr="0" anchor="t" bIns="0" lIns="0" spcFirstLastPara="1" rIns="0" wrap="square" tIns="0">
            <a:normAutofit/>
          </a:bodyPr>
          <a:lstStyle/>
          <a:p>
            <a:pPr indent="0" lvl="0" marL="0" rtl="0" algn="r">
              <a:spcBef>
                <a:spcPts val="0"/>
              </a:spcBef>
              <a:spcAft>
                <a:spcPts val="1200"/>
              </a:spcAft>
              <a:buNone/>
            </a:pPr>
            <a:r>
              <a:rPr lang="en"/>
              <a:t>April  14th, 2026</a:t>
            </a:r>
            <a:endParaRPr/>
          </a:p>
        </p:txBody>
      </p:sp>
      <p:cxnSp>
        <p:nvCxnSpPr>
          <p:cNvPr id="315" name="Google Shape;315;p31"/>
          <p:cNvCxnSpPr>
            <a:stCxn id="273" idx="1"/>
            <a:endCxn id="301" idx="3"/>
          </p:cNvCxnSpPr>
          <p:nvPr/>
        </p:nvCxnSpPr>
        <p:spPr>
          <a:xfrm>
            <a:off x="37300" y="3460400"/>
            <a:ext cx="5548500" cy="600"/>
          </a:xfrm>
          <a:prstGeom prst="bentConnector5">
            <a:avLst>
              <a:gd fmla="val -114" name="adj1"/>
              <a:gd fmla="val 44612500" name="adj2"/>
              <a:gd fmla="val 99974" name="adj3"/>
            </a:avLst>
          </a:prstGeom>
          <a:noFill/>
          <a:ln cap="flat" cmpd="sng" w="9525">
            <a:solidFill>
              <a:srgbClr val="990000"/>
            </a:solidFill>
            <a:prstDash val="solid"/>
            <a:round/>
            <a:headEnd len="med" w="med" type="none"/>
            <a:tailEnd len="med" w="med" type="none"/>
          </a:ln>
        </p:spPr>
      </p:cxnSp>
      <p:cxnSp>
        <p:nvCxnSpPr>
          <p:cNvPr id="316" name="Google Shape;316;p31"/>
          <p:cNvCxnSpPr>
            <a:stCxn id="301" idx="3"/>
            <a:endCxn id="277" idx="3"/>
          </p:cNvCxnSpPr>
          <p:nvPr/>
        </p:nvCxnSpPr>
        <p:spPr>
          <a:xfrm>
            <a:off x="5585937" y="3460400"/>
            <a:ext cx="3503400" cy="25200"/>
          </a:xfrm>
          <a:prstGeom prst="bentConnector5">
            <a:avLst>
              <a:gd fmla="val 176" name="adj1"/>
              <a:gd fmla="val 1092857" name="adj2"/>
              <a:gd fmla="val 99966" name="adj3"/>
            </a:avLst>
          </a:prstGeom>
          <a:noFill/>
          <a:ln cap="flat" cmpd="sng" w="9525">
            <a:solidFill>
              <a:srgbClr val="38761D"/>
            </a:solidFill>
            <a:prstDash val="solid"/>
            <a:round/>
            <a:headEnd len="med" w="med" type="none"/>
            <a:tailEnd len="med" w="med" type="none"/>
          </a:ln>
        </p:spPr>
      </p:cxnSp>
      <p:sp>
        <p:nvSpPr>
          <p:cNvPr id="317" name="Google Shape;317;p31"/>
          <p:cNvSpPr txBox="1"/>
          <p:nvPr/>
        </p:nvSpPr>
        <p:spPr>
          <a:xfrm>
            <a:off x="1889400" y="3792225"/>
            <a:ext cx="1717200" cy="21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990000"/>
                </a:solidFill>
              </a:rPr>
              <a:t>Pre-treatment</a:t>
            </a:r>
            <a:endParaRPr sz="1200">
              <a:solidFill>
                <a:srgbClr val="990000"/>
              </a:solidFill>
            </a:endParaRPr>
          </a:p>
        </p:txBody>
      </p:sp>
      <p:sp>
        <p:nvSpPr>
          <p:cNvPr id="318" name="Google Shape;318;p31"/>
          <p:cNvSpPr txBox="1"/>
          <p:nvPr/>
        </p:nvSpPr>
        <p:spPr>
          <a:xfrm>
            <a:off x="6547500" y="3792225"/>
            <a:ext cx="1717200" cy="21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38761D"/>
                </a:solidFill>
              </a:rPr>
              <a:t>T</a:t>
            </a:r>
            <a:r>
              <a:rPr lang="en" sz="1200">
                <a:solidFill>
                  <a:srgbClr val="38761D"/>
                </a:solidFill>
              </a:rPr>
              <a:t>reatment</a:t>
            </a:r>
            <a:endParaRPr sz="1200">
              <a:solidFill>
                <a:srgbClr val="38761D"/>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2"/>
          <p:cNvSpPr txBox="1"/>
          <p:nvPr>
            <p:ph type="title"/>
          </p:nvPr>
        </p:nvSpPr>
        <p:spPr>
          <a:xfrm>
            <a:off x="436725" y="457200"/>
            <a:ext cx="84630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520"/>
              <a:t>Flow Diagram T</a:t>
            </a:r>
            <a:r>
              <a:rPr b="1" lang="en" sz="2520"/>
              <a:t>racking</a:t>
            </a:r>
            <a:r>
              <a:rPr b="1" lang="en" sz="2520"/>
              <a:t> the Observations over the course of the Experiment</a:t>
            </a:r>
            <a:endParaRPr b="1" sz="2520"/>
          </a:p>
        </p:txBody>
      </p:sp>
      <p:sp>
        <p:nvSpPr>
          <p:cNvPr id="324" name="Google Shape;324;p32"/>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p>
            <a:pPr indent="0" lvl="0" marL="0" rtl="0" algn="r">
              <a:spcBef>
                <a:spcPts val="0"/>
              </a:spcBef>
              <a:spcAft>
                <a:spcPts val="0"/>
              </a:spcAft>
              <a:buNone/>
            </a:pPr>
            <a:fld id="{00000000-1234-1234-1234-123412341234}" type="slidenum">
              <a:rPr lang="en"/>
              <a:t>‹#›</a:t>
            </a:fld>
            <a:endParaRPr/>
          </a:p>
        </p:txBody>
      </p:sp>
      <p:sp>
        <p:nvSpPr>
          <p:cNvPr id="325" name="Google Shape;325;p32"/>
          <p:cNvSpPr/>
          <p:nvPr/>
        </p:nvSpPr>
        <p:spPr>
          <a:xfrm>
            <a:off x="224650" y="3078982"/>
            <a:ext cx="1180200" cy="68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List of </a:t>
            </a:r>
            <a:r>
              <a:rPr lang="en" sz="1000"/>
              <a:t>samples</a:t>
            </a:r>
            <a:endParaRPr sz="1000"/>
          </a:p>
          <a:p>
            <a:pPr indent="0" lvl="0" marL="0" rtl="0" algn="ctr">
              <a:spcBef>
                <a:spcPts val="0"/>
              </a:spcBef>
              <a:spcAft>
                <a:spcPts val="0"/>
              </a:spcAft>
              <a:buNone/>
            </a:pPr>
            <a:r>
              <a:rPr lang="en" sz="1000"/>
              <a:t>N = 258 people (186)*</a:t>
            </a:r>
            <a:endParaRPr sz="1000"/>
          </a:p>
        </p:txBody>
      </p:sp>
      <p:sp>
        <p:nvSpPr>
          <p:cNvPr id="326" name="Google Shape;326;p32"/>
          <p:cNvSpPr/>
          <p:nvPr/>
        </p:nvSpPr>
        <p:spPr>
          <a:xfrm>
            <a:off x="2941824" y="2203086"/>
            <a:ext cx="1366500" cy="848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expert(meat), influencer(oil) (randomized)</a:t>
            </a:r>
            <a:endParaRPr sz="1000"/>
          </a:p>
          <a:p>
            <a:pPr indent="0" lvl="0" marL="0" rtl="0" algn="ctr">
              <a:spcBef>
                <a:spcPts val="0"/>
              </a:spcBef>
              <a:spcAft>
                <a:spcPts val="0"/>
              </a:spcAft>
              <a:buNone/>
            </a:pPr>
            <a:r>
              <a:rPr lang="en" sz="1000"/>
              <a:t>N =135 (100)*</a:t>
            </a:r>
            <a:endParaRPr sz="1000"/>
          </a:p>
        </p:txBody>
      </p:sp>
      <p:sp>
        <p:nvSpPr>
          <p:cNvPr id="327" name="Google Shape;327;p32"/>
          <p:cNvSpPr/>
          <p:nvPr/>
        </p:nvSpPr>
        <p:spPr>
          <a:xfrm>
            <a:off x="6440843" y="1909375"/>
            <a:ext cx="1180200" cy="68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tddt</a:t>
            </a:r>
            <a:endParaRPr sz="1000"/>
          </a:p>
          <a:p>
            <a:pPr indent="0" lvl="0" marL="0" rtl="0" algn="ctr">
              <a:spcBef>
                <a:spcPts val="0"/>
              </a:spcBef>
              <a:spcAft>
                <a:spcPts val="0"/>
              </a:spcAft>
              <a:buNone/>
            </a:pPr>
            <a:r>
              <a:rPr lang="en" sz="1000"/>
              <a:t>(randomized)</a:t>
            </a:r>
            <a:endParaRPr sz="1000"/>
          </a:p>
          <a:p>
            <a:pPr indent="0" lvl="0" marL="0" rtl="0" algn="ctr">
              <a:spcBef>
                <a:spcPts val="0"/>
              </a:spcBef>
              <a:spcAft>
                <a:spcPts val="0"/>
              </a:spcAft>
              <a:buNone/>
            </a:pPr>
            <a:r>
              <a:rPr lang="en" sz="1000"/>
              <a:t>N = 69 (49)* </a:t>
            </a:r>
            <a:endParaRPr sz="1000"/>
          </a:p>
        </p:txBody>
      </p:sp>
      <p:sp>
        <p:nvSpPr>
          <p:cNvPr id="328" name="Google Shape;328;p32"/>
          <p:cNvSpPr/>
          <p:nvPr/>
        </p:nvSpPr>
        <p:spPr>
          <a:xfrm>
            <a:off x="6435805" y="2745358"/>
            <a:ext cx="1180200" cy="68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dtdt</a:t>
            </a:r>
            <a:endParaRPr sz="1000"/>
          </a:p>
          <a:p>
            <a:pPr indent="0" lvl="0" marL="0" rtl="0" algn="ctr">
              <a:spcBef>
                <a:spcPts val="0"/>
              </a:spcBef>
              <a:spcAft>
                <a:spcPts val="0"/>
              </a:spcAft>
              <a:buClr>
                <a:schemeClr val="dk1"/>
              </a:buClr>
              <a:buSzPts val="1100"/>
              <a:buFont typeface="Arial"/>
              <a:buNone/>
            </a:pPr>
            <a:r>
              <a:rPr lang="en" sz="1000">
                <a:solidFill>
                  <a:schemeClr val="dk1"/>
                </a:solidFill>
              </a:rPr>
              <a:t>(randomized)</a:t>
            </a:r>
            <a:endParaRPr sz="1000"/>
          </a:p>
          <a:p>
            <a:pPr indent="0" lvl="0" marL="0" rtl="0" algn="ctr">
              <a:spcBef>
                <a:spcPts val="0"/>
              </a:spcBef>
              <a:spcAft>
                <a:spcPts val="0"/>
              </a:spcAft>
              <a:buNone/>
            </a:pPr>
            <a:r>
              <a:rPr lang="en" sz="1000"/>
              <a:t>N = 66 (51)*</a:t>
            </a:r>
            <a:endParaRPr sz="1000"/>
          </a:p>
        </p:txBody>
      </p:sp>
      <p:cxnSp>
        <p:nvCxnSpPr>
          <p:cNvPr id="329" name="Google Shape;329;p32"/>
          <p:cNvCxnSpPr>
            <a:stCxn id="325" idx="3"/>
            <a:endCxn id="326" idx="1"/>
          </p:cNvCxnSpPr>
          <p:nvPr/>
        </p:nvCxnSpPr>
        <p:spPr>
          <a:xfrm flipH="1" rot="10800000">
            <a:off x="1404850" y="2627332"/>
            <a:ext cx="1536900" cy="793200"/>
          </a:xfrm>
          <a:prstGeom prst="bentConnector3">
            <a:avLst>
              <a:gd fmla="val 50002" name="adj1"/>
            </a:avLst>
          </a:prstGeom>
          <a:noFill/>
          <a:ln cap="flat" cmpd="sng" w="9525">
            <a:solidFill>
              <a:schemeClr val="dk2"/>
            </a:solidFill>
            <a:prstDash val="solid"/>
            <a:round/>
            <a:headEnd len="med" w="med" type="none"/>
            <a:tailEnd len="med" w="med" type="none"/>
          </a:ln>
        </p:spPr>
      </p:cxnSp>
      <p:cxnSp>
        <p:nvCxnSpPr>
          <p:cNvPr id="330" name="Google Shape;330;p32"/>
          <p:cNvCxnSpPr>
            <a:stCxn id="326" idx="3"/>
            <a:endCxn id="327" idx="1"/>
          </p:cNvCxnSpPr>
          <p:nvPr/>
        </p:nvCxnSpPr>
        <p:spPr>
          <a:xfrm flipH="1" rot="10800000">
            <a:off x="4308324" y="2250936"/>
            <a:ext cx="2132400" cy="376500"/>
          </a:xfrm>
          <a:prstGeom prst="bentConnector3">
            <a:avLst>
              <a:gd fmla="val 50003" name="adj1"/>
            </a:avLst>
          </a:prstGeom>
          <a:noFill/>
          <a:ln cap="flat" cmpd="sng" w="9525">
            <a:solidFill>
              <a:schemeClr val="dk2"/>
            </a:solidFill>
            <a:prstDash val="solid"/>
            <a:round/>
            <a:headEnd len="med" w="med" type="none"/>
            <a:tailEnd len="med" w="med" type="none"/>
          </a:ln>
        </p:spPr>
      </p:cxnSp>
      <p:cxnSp>
        <p:nvCxnSpPr>
          <p:cNvPr id="331" name="Google Shape;331;p32"/>
          <p:cNvCxnSpPr>
            <a:stCxn id="326" idx="3"/>
            <a:endCxn id="328" idx="1"/>
          </p:cNvCxnSpPr>
          <p:nvPr/>
        </p:nvCxnSpPr>
        <p:spPr>
          <a:xfrm>
            <a:off x="4308324" y="2627436"/>
            <a:ext cx="2127600" cy="459600"/>
          </a:xfrm>
          <a:prstGeom prst="bentConnector3">
            <a:avLst>
              <a:gd fmla="val 49997" name="adj1"/>
            </a:avLst>
          </a:prstGeom>
          <a:noFill/>
          <a:ln cap="flat" cmpd="sng" w="9525">
            <a:solidFill>
              <a:schemeClr val="dk2"/>
            </a:solidFill>
            <a:prstDash val="solid"/>
            <a:round/>
            <a:headEnd len="med" w="med" type="none"/>
            <a:tailEnd len="med" w="med" type="none"/>
          </a:ln>
        </p:spPr>
      </p:cxnSp>
      <p:sp>
        <p:nvSpPr>
          <p:cNvPr id="332" name="Google Shape;332;p32"/>
          <p:cNvSpPr/>
          <p:nvPr/>
        </p:nvSpPr>
        <p:spPr>
          <a:xfrm>
            <a:off x="2941826" y="3819375"/>
            <a:ext cx="1366500" cy="848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rPr>
              <a:t>expert(oil), influencer(meat) (randomized)</a:t>
            </a:r>
            <a:endParaRPr sz="1000"/>
          </a:p>
          <a:p>
            <a:pPr indent="0" lvl="0" marL="0" rtl="0" algn="ctr">
              <a:spcBef>
                <a:spcPts val="0"/>
              </a:spcBef>
              <a:spcAft>
                <a:spcPts val="0"/>
              </a:spcAft>
              <a:buNone/>
            </a:pPr>
            <a:r>
              <a:rPr lang="en" sz="1000"/>
              <a:t>N = 123 (86)*</a:t>
            </a:r>
            <a:endParaRPr sz="1000"/>
          </a:p>
        </p:txBody>
      </p:sp>
      <p:cxnSp>
        <p:nvCxnSpPr>
          <p:cNvPr id="333" name="Google Shape;333;p32"/>
          <p:cNvCxnSpPr>
            <a:stCxn id="332" idx="1"/>
            <a:endCxn id="325" idx="3"/>
          </p:cNvCxnSpPr>
          <p:nvPr/>
        </p:nvCxnSpPr>
        <p:spPr>
          <a:xfrm rot="10800000">
            <a:off x="1404926" y="3420525"/>
            <a:ext cx="1536900" cy="823200"/>
          </a:xfrm>
          <a:prstGeom prst="bentConnector3">
            <a:avLst>
              <a:gd fmla="val 50002" name="adj1"/>
            </a:avLst>
          </a:prstGeom>
          <a:noFill/>
          <a:ln cap="flat" cmpd="sng" w="9525">
            <a:solidFill>
              <a:schemeClr val="dk2"/>
            </a:solidFill>
            <a:prstDash val="solid"/>
            <a:round/>
            <a:headEnd len="med" w="med" type="none"/>
            <a:tailEnd len="med" w="med" type="none"/>
          </a:ln>
        </p:spPr>
      </p:cxnSp>
      <p:sp>
        <p:nvSpPr>
          <p:cNvPr id="334" name="Google Shape;334;p32"/>
          <p:cNvSpPr/>
          <p:nvPr/>
        </p:nvSpPr>
        <p:spPr>
          <a:xfrm>
            <a:off x="6450915" y="3558279"/>
            <a:ext cx="1180200" cy="68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tddt</a:t>
            </a:r>
            <a:endParaRPr sz="1000"/>
          </a:p>
          <a:p>
            <a:pPr indent="0" lvl="0" marL="0" rtl="0" algn="ctr">
              <a:spcBef>
                <a:spcPts val="0"/>
              </a:spcBef>
              <a:spcAft>
                <a:spcPts val="0"/>
              </a:spcAft>
              <a:buClr>
                <a:schemeClr val="dk1"/>
              </a:buClr>
              <a:buSzPts val="1100"/>
              <a:buFont typeface="Arial"/>
              <a:buNone/>
            </a:pPr>
            <a:r>
              <a:rPr lang="en" sz="1000">
                <a:solidFill>
                  <a:schemeClr val="dk1"/>
                </a:solidFill>
              </a:rPr>
              <a:t>(randomized)</a:t>
            </a:r>
            <a:endParaRPr sz="1000"/>
          </a:p>
          <a:p>
            <a:pPr indent="0" lvl="0" marL="0" rtl="0" algn="ctr">
              <a:spcBef>
                <a:spcPts val="0"/>
              </a:spcBef>
              <a:spcAft>
                <a:spcPts val="0"/>
              </a:spcAft>
              <a:buNone/>
            </a:pPr>
            <a:r>
              <a:rPr lang="en" sz="1000"/>
              <a:t>N = 59 (43)*</a:t>
            </a:r>
            <a:endParaRPr sz="1000"/>
          </a:p>
        </p:txBody>
      </p:sp>
      <p:sp>
        <p:nvSpPr>
          <p:cNvPr id="335" name="Google Shape;335;p32"/>
          <p:cNvSpPr/>
          <p:nvPr/>
        </p:nvSpPr>
        <p:spPr>
          <a:xfrm>
            <a:off x="6484733" y="4326526"/>
            <a:ext cx="1180200" cy="683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dtdt</a:t>
            </a:r>
            <a:endParaRPr sz="1000"/>
          </a:p>
          <a:p>
            <a:pPr indent="0" lvl="0" marL="0" rtl="0" algn="ctr">
              <a:spcBef>
                <a:spcPts val="0"/>
              </a:spcBef>
              <a:spcAft>
                <a:spcPts val="0"/>
              </a:spcAft>
              <a:buClr>
                <a:schemeClr val="dk1"/>
              </a:buClr>
              <a:buSzPts val="1100"/>
              <a:buFont typeface="Arial"/>
              <a:buNone/>
            </a:pPr>
            <a:r>
              <a:rPr lang="en" sz="1000">
                <a:solidFill>
                  <a:schemeClr val="dk1"/>
                </a:solidFill>
              </a:rPr>
              <a:t>(randomized)</a:t>
            </a:r>
            <a:endParaRPr sz="1000"/>
          </a:p>
          <a:p>
            <a:pPr indent="0" lvl="0" marL="0" rtl="0" algn="ctr">
              <a:spcBef>
                <a:spcPts val="0"/>
              </a:spcBef>
              <a:spcAft>
                <a:spcPts val="0"/>
              </a:spcAft>
              <a:buNone/>
            </a:pPr>
            <a:r>
              <a:rPr lang="en" sz="1000"/>
              <a:t>N = 64 (43)*</a:t>
            </a:r>
            <a:endParaRPr sz="1000"/>
          </a:p>
        </p:txBody>
      </p:sp>
      <p:cxnSp>
        <p:nvCxnSpPr>
          <p:cNvPr id="336" name="Google Shape;336;p32"/>
          <p:cNvCxnSpPr>
            <a:stCxn id="334" idx="1"/>
            <a:endCxn id="332" idx="3"/>
          </p:cNvCxnSpPr>
          <p:nvPr/>
        </p:nvCxnSpPr>
        <p:spPr>
          <a:xfrm flipH="1">
            <a:off x="4308315" y="3899829"/>
            <a:ext cx="2142600" cy="343800"/>
          </a:xfrm>
          <a:prstGeom prst="bentConnector3">
            <a:avLst>
              <a:gd fmla="val 50190" name="adj1"/>
            </a:avLst>
          </a:prstGeom>
          <a:noFill/>
          <a:ln cap="flat" cmpd="sng" w="9525">
            <a:solidFill>
              <a:schemeClr val="dk2"/>
            </a:solidFill>
            <a:prstDash val="solid"/>
            <a:round/>
            <a:headEnd len="med" w="med" type="none"/>
            <a:tailEnd len="med" w="med" type="none"/>
          </a:ln>
        </p:spPr>
      </p:cxnSp>
      <p:cxnSp>
        <p:nvCxnSpPr>
          <p:cNvPr id="337" name="Google Shape;337;p32"/>
          <p:cNvCxnSpPr>
            <a:stCxn id="335" idx="1"/>
            <a:endCxn id="332" idx="3"/>
          </p:cNvCxnSpPr>
          <p:nvPr/>
        </p:nvCxnSpPr>
        <p:spPr>
          <a:xfrm rot="10800000">
            <a:off x="4308233" y="4243576"/>
            <a:ext cx="2176500" cy="424500"/>
          </a:xfrm>
          <a:prstGeom prst="bentConnector3">
            <a:avLst>
              <a:gd fmla="val 50962" name="adj1"/>
            </a:avLst>
          </a:prstGeom>
          <a:noFill/>
          <a:ln cap="flat" cmpd="sng" w="9525">
            <a:solidFill>
              <a:schemeClr val="dk2"/>
            </a:solidFill>
            <a:prstDash val="solid"/>
            <a:round/>
            <a:headEnd len="med" w="med" type="none"/>
            <a:tailEnd len="med" w="med" type="none"/>
          </a:ln>
        </p:spPr>
      </p:cxnSp>
      <p:sp>
        <p:nvSpPr>
          <p:cNvPr id="338" name="Google Shape;338;p32"/>
          <p:cNvSpPr txBox="1"/>
          <p:nvPr>
            <p:ph idx="2" type="subTitle"/>
          </p:nvPr>
        </p:nvSpPr>
        <p:spPr>
          <a:xfrm>
            <a:off x="436725" y="230700"/>
            <a:ext cx="1893000" cy="228600"/>
          </a:xfrm>
          <a:prstGeom prst="rect">
            <a:avLst/>
          </a:prstGeom>
        </p:spPr>
        <p:txBody>
          <a:bodyPr anchorCtr="0" anchor="t" bIns="0" lIns="0" spcFirstLastPara="1" rIns="91425" wrap="square" tIns="0">
            <a:normAutofit/>
          </a:bodyPr>
          <a:lstStyle/>
          <a:p>
            <a:pPr indent="0" lvl="0" marL="0" rtl="0" algn="l">
              <a:spcBef>
                <a:spcPts val="0"/>
              </a:spcBef>
              <a:spcAft>
                <a:spcPts val="1200"/>
              </a:spcAft>
              <a:buNone/>
            </a:pPr>
            <a:r>
              <a:rPr lang="en"/>
              <a:t>UC Berkeley</a:t>
            </a:r>
            <a:endParaRPr/>
          </a:p>
        </p:txBody>
      </p:sp>
      <p:sp>
        <p:nvSpPr>
          <p:cNvPr id="339" name="Google Shape;339;p32"/>
          <p:cNvSpPr txBox="1"/>
          <p:nvPr>
            <p:ph idx="1" type="subTitle"/>
          </p:nvPr>
        </p:nvSpPr>
        <p:spPr>
          <a:xfrm>
            <a:off x="6802800" y="230700"/>
            <a:ext cx="1050600" cy="145800"/>
          </a:xfrm>
          <a:prstGeom prst="rect">
            <a:avLst/>
          </a:prstGeom>
        </p:spPr>
        <p:txBody>
          <a:bodyPr anchorCtr="0" anchor="t" bIns="0" lIns="0" spcFirstLastPara="1" rIns="0" wrap="square" tIns="0">
            <a:normAutofit/>
          </a:bodyPr>
          <a:lstStyle/>
          <a:p>
            <a:pPr indent="0" lvl="0" marL="0" rtl="0" algn="r">
              <a:spcBef>
                <a:spcPts val="0"/>
              </a:spcBef>
              <a:spcAft>
                <a:spcPts val="1200"/>
              </a:spcAft>
              <a:buNone/>
            </a:pPr>
            <a:r>
              <a:rPr lang="en"/>
              <a:t>April  14th, 2026</a:t>
            </a:r>
            <a:endParaRPr/>
          </a:p>
        </p:txBody>
      </p:sp>
      <p:sp>
        <p:nvSpPr>
          <p:cNvPr id="340" name="Google Shape;340;p32"/>
          <p:cNvSpPr txBox="1"/>
          <p:nvPr/>
        </p:nvSpPr>
        <p:spPr>
          <a:xfrm>
            <a:off x="0" y="4874075"/>
            <a:ext cx="90660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rPr>
              <a:t>*reduces n to those who passed all attention checks (versus missed one)</a:t>
            </a:r>
            <a:endParaRPr sz="800">
              <a:solidFill>
                <a:schemeClr val="dk1"/>
              </a:solidFill>
            </a:endParaRPr>
          </a:p>
        </p:txBody>
      </p:sp>
      <p:sp>
        <p:nvSpPr>
          <p:cNvPr id="341" name="Google Shape;341;p32"/>
          <p:cNvSpPr txBox="1"/>
          <p:nvPr/>
        </p:nvSpPr>
        <p:spPr>
          <a:xfrm>
            <a:off x="7881600" y="4500825"/>
            <a:ext cx="1184400" cy="5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t = treatment</a:t>
            </a:r>
            <a:endParaRPr sz="1200">
              <a:solidFill>
                <a:schemeClr val="dk1"/>
              </a:solidFill>
            </a:endParaRPr>
          </a:p>
          <a:p>
            <a:pPr indent="0" lvl="0" marL="0" rtl="0" algn="l">
              <a:spcBef>
                <a:spcPts val="0"/>
              </a:spcBef>
              <a:spcAft>
                <a:spcPts val="0"/>
              </a:spcAft>
              <a:buNone/>
            </a:pPr>
            <a:r>
              <a:rPr lang="en" sz="1200">
                <a:solidFill>
                  <a:schemeClr val="dk1"/>
                </a:solidFill>
              </a:rPr>
              <a:t>d = dummy</a:t>
            </a:r>
            <a:endParaRPr sz="12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3"/>
          <p:cNvSpPr txBox="1"/>
          <p:nvPr>
            <p:ph type="title"/>
          </p:nvPr>
        </p:nvSpPr>
        <p:spPr>
          <a:xfrm>
            <a:off x="436725" y="457200"/>
            <a:ext cx="7690800" cy="55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ROXO </a:t>
            </a:r>
            <a:endParaRPr b="1"/>
          </a:p>
        </p:txBody>
      </p:sp>
      <p:sp>
        <p:nvSpPr>
          <p:cNvPr id="347" name="Google Shape;347;p33"/>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p>
            <a:pPr indent="0" lvl="0" marL="0" rtl="0" algn="r">
              <a:spcBef>
                <a:spcPts val="0"/>
              </a:spcBef>
              <a:spcAft>
                <a:spcPts val="0"/>
              </a:spcAft>
              <a:buClr>
                <a:schemeClr val="dk1"/>
              </a:buClr>
              <a:buSzPts val="800"/>
              <a:buFont typeface="IBM Plex Sans"/>
              <a:buNone/>
            </a:pPr>
            <a:fld id="{00000000-1234-1234-1234-123412341234}" type="slidenum">
              <a:rPr lang="en"/>
              <a:t>‹#›</a:t>
            </a:fld>
            <a:endParaRPr/>
          </a:p>
        </p:txBody>
      </p:sp>
      <p:sp>
        <p:nvSpPr>
          <p:cNvPr id="348" name="Google Shape;348;p33"/>
          <p:cNvSpPr txBox="1"/>
          <p:nvPr/>
        </p:nvSpPr>
        <p:spPr>
          <a:xfrm>
            <a:off x="518575" y="2288825"/>
            <a:ext cx="7920600" cy="24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R</a:t>
            </a:r>
            <a:r>
              <a:rPr baseline="-25000" lang="en" sz="1800">
                <a:solidFill>
                  <a:schemeClr val="dk1"/>
                </a:solidFill>
              </a:rPr>
              <a:t>meat/expert-oil/influencer(tddt)</a:t>
            </a:r>
            <a:r>
              <a:rPr lang="en" sz="1800">
                <a:solidFill>
                  <a:schemeClr val="dk1"/>
                </a:solidFill>
              </a:rPr>
              <a:t>    X</a:t>
            </a:r>
            <a:r>
              <a:rPr baseline="-25000" lang="en" sz="1800">
                <a:solidFill>
                  <a:schemeClr val="dk1"/>
                </a:solidFill>
              </a:rPr>
              <a:t>exp(m)</a:t>
            </a:r>
            <a:r>
              <a:rPr lang="en" sz="1800">
                <a:solidFill>
                  <a:schemeClr val="dk1"/>
                </a:solidFill>
              </a:rPr>
              <a:t> O</a:t>
            </a:r>
            <a:r>
              <a:rPr baseline="-25000" lang="en" sz="1800">
                <a:solidFill>
                  <a:schemeClr val="dk1"/>
                </a:solidFill>
              </a:rPr>
              <a:t>exp(m)</a:t>
            </a:r>
            <a:r>
              <a:rPr lang="en" sz="1800">
                <a:solidFill>
                  <a:schemeClr val="dk1"/>
                </a:solidFill>
              </a:rPr>
              <a:t>   X</a:t>
            </a:r>
            <a:r>
              <a:rPr baseline="-25000" lang="en" sz="1800">
                <a:solidFill>
                  <a:schemeClr val="dk1"/>
                </a:solidFill>
              </a:rPr>
              <a:t>dummy</a:t>
            </a:r>
            <a:r>
              <a:rPr lang="en" sz="1800">
                <a:solidFill>
                  <a:schemeClr val="dk1"/>
                </a:solidFill>
              </a:rPr>
              <a:t> O         X</a:t>
            </a:r>
            <a:r>
              <a:rPr baseline="-25000" lang="en" sz="1800">
                <a:solidFill>
                  <a:schemeClr val="dk1"/>
                </a:solidFill>
              </a:rPr>
              <a:t>dummy</a:t>
            </a:r>
            <a:r>
              <a:rPr lang="en" sz="1800">
                <a:solidFill>
                  <a:schemeClr val="dk1"/>
                </a:solidFill>
              </a:rPr>
              <a:t> O     X</a:t>
            </a:r>
            <a:r>
              <a:rPr baseline="-25000" lang="en" sz="1800">
                <a:solidFill>
                  <a:schemeClr val="dk1"/>
                </a:solidFill>
              </a:rPr>
              <a:t>infl(o)</a:t>
            </a:r>
            <a:r>
              <a:rPr lang="en" sz="1800">
                <a:solidFill>
                  <a:schemeClr val="dk1"/>
                </a:solidFill>
              </a:rPr>
              <a:t> O</a:t>
            </a:r>
            <a:r>
              <a:rPr baseline="-25000" lang="en" sz="1800">
                <a:solidFill>
                  <a:schemeClr val="dk1"/>
                </a:solidFill>
              </a:rPr>
              <a:t>infl(o)</a:t>
            </a:r>
            <a:endParaRPr baseline="-25000"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R</a:t>
            </a:r>
            <a:r>
              <a:rPr baseline="-25000" lang="en" sz="1800">
                <a:solidFill>
                  <a:schemeClr val="dk1"/>
                </a:solidFill>
              </a:rPr>
              <a:t>meat/expert-oil/influencer(dtdt)</a:t>
            </a:r>
            <a:r>
              <a:rPr lang="en" sz="1800">
                <a:solidFill>
                  <a:schemeClr val="dk1"/>
                </a:solidFill>
              </a:rPr>
              <a:t>    </a:t>
            </a:r>
            <a:r>
              <a:rPr lang="en" sz="1800">
                <a:solidFill>
                  <a:schemeClr val="dk1"/>
                </a:solidFill>
              </a:rPr>
              <a:t>X</a:t>
            </a:r>
            <a:r>
              <a:rPr baseline="-25000" lang="en" sz="1800">
                <a:solidFill>
                  <a:schemeClr val="dk1"/>
                </a:solidFill>
              </a:rPr>
              <a:t>dummy</a:t>
            </a:r>
            <a:r>
              <a:rPr lang="en" sz="1800">
                <a:solidFill>
                  <a:schemeClr val="dk1"/>
                </a:solidFill>
              </a:rPr>
              <a:t> O          X</a:t>
            </a:r>
            <a:r>
              <a:rPr baseline="-25000" lang="en" sz="1800">
                <a:solidFill>
                  <a:schemeClr val="dk1"/>
                </a:solidFill>
              </a:rPr>
              <a:t>exp(m)</a:t>
            </a:r>
            <a:r>
              <a:rPr lang="en" sz="1800">
                <a:solidFill>
                  <a:schemeClr val="dk1"/>
                </a:solidFill>
              </a:rPr>
              <a:t> O</a:t>
            </a:r>
            <a:r>
              <a:rPr baseline="-25000" lang="en" sz="1800">
                <a:solidFill>
                  <a:schemeClr val="dk1"/>
                </a:solidFill>
              </a:rPr>
              <a:t>exp(m)</a:t>
            </a:r>
            <a:r>
              <a:rPr lang="en" sz="1800">
                <a:solidFill>
                  <a:schemeClr val="dk1"/>
                </a:solidFill>
              </a:rPr>
              <a:t>  X</a:t>
            </a:r>
            <a:r>
              <a:rPr baseline="-25000" lang="en" sz="1800">
                <a:solidFill>
                  <a:schemeClr val="dk1"/>
                </a:solidFill>
              </a:rPr>
              <a:t>dummy</a:t>
            </a:r>
            <a:r>
              <a:rPr lang="en" sz="1800">
                <a:solidFill>
                  <a:schemeClr val="dk1"/>
                </a:solidFill>
              </a:rPr>
              <a:t> O     X</a:t>
            </a:r>
            <a:r>
              <a:rPr baseline="-25000" lang="en" sz="1800">
                <a:solidFill>
                  <a:schemeClr val="dk1"/>
                </a:solidFill>
              </a:rPr>
              <a:t>infl(o)</a:t>
            </a:r>
            <a:r>
              <a:rPr lang="en" sz="1800">
                <a:solidFill>
                  <a:schemeClr val="dk1"/>
                </a:solidFill>
              </a:rPr>
              <a:t> O</a:t>
            </a:r>
            <a:r>
              <a:rPr baseline="-25000" lang="en" sz="1800">
                <a:solidFill>
                  <a:schemeClr val="dk1"/>
                </a:solidFill>
              </a:rPr>
              <a:t>infl(o)</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R</a:t>
            </a:r>
            <a:r>
              <a:rPr baseline="-25000" lang="en" sz="1800">
                <a:solidFill>
                  <a:schemeClr val="dk1"/>
                </a:solidFill>
              </a:rPr>
              <a:t>meat/influencer-oil/exper(tddt)        </a:t>
            </a:r>
            <a:r>
              <a:rPr lang="en" sz="1800">
                <a:solidFill>
                  <a:schemeClr val="dk1"/>
                </a:solidFill>
              </a:rPr>
              <a:t>X</a:t>
            </a:r>
            <a:r>
              <a:rPr baseline="-25000" lang="en" sz="1800">
                <a:solidFill>
                  <a:schemeClr val="dk1"/>
                </a:solidFill>
              </a:rPr>
              <a:t>infl(o)</a:t>
            </a:r>
            <a:r>
              <a:rPr lang="en" sz="1800">
                <a:solidFill>
                  <a:schemeClr val="dk1"/>
                </a:solidFill>
              </a:rPr>
              <a:t> O</a:t>
            </a:r>
            <a:r>
              <a:rPr baseline="-25000" lang="en" sz="1800">
                <a:solidFill>
                  <a:schemeClr val="dk1"/>
                </a:solidFill>
              </a:rPr>
              <a:t>infl(o)</a:t>
            </a:r>
            <a:r>
              <a:rPr lang="en" sz="1800">
                <a:solidFill>
                  <a:schemeClr val="dk1"/>
                </a:solidFill>
              </a:rPr>
              <a:t>      X</a:t>
            </a:r>
            <a:r>
              <a:rPr baseline="-25000" lang="en" sz="1800">
                <a:solidFill>
                  <a:schemeClr val="dk1"/>
                </a:solidFill>
              </a:rPr>
              <a:t>dummy</a:t>
            </a:r>
            <a:r>
              <a:rPr lang="en" sz="1800">
                <a:solidFill>
                  <a:schemeClr val="dk1"/>
                </a:solidFill>
              </a:rPr>
              <a:t> O         X</a:t>
            </a:r>
            <a:r>
              <a:rPr baseline="-25000" lang="en" sz="1800">
                <a:solidFill>
                  <a:schemeClr val="dk1"/>
                </a:solidFill>
              </a:rPr>
              <a:t>dummy</a:t>
            </a:r>
            <a:r>
              <a:rPr lang="en" sz="1800">
                <a:solidFill>
                  <a:schemeClr val="dk1"/>
                </a:solidFill>
              </a:rPr>
              <a:t> O     X</a:t>
            </a:r>
            <a:r>
              <a:rPr baseline="-25000" lang="en" sz="1800">
                <a:solidFill>
                  <a:schemeClr val="dk1"/>
                </a:solidFill>
              </a:rPr>
              <a:t>exp(o)</a:t>
            </a:r>
            <a:r>
              <a:rPr lang="en" sz="1800">
                <a:solidFill>
                  <a:schemeClr val="dk1"/>
                </a:solidFill>
              </a:rPr>
              <a:t> O</a:t>
            </a:r>
            <a:r>
              <a:rPr baseline="-25000" lang="en" sz="1800">
                <a:solidFill>
                  <a:schemeClr val="dk1"/>
                </a:solidFill>
              </a:rPr>
              <a:t>exp(o)</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Clr>
                <a:schemeClr val="dk1"/>
              </a:buClr>
              <a:buSzPts val="1100"/>
              <a:buFont typeface="Arial"/>
              <a:buNone/>
            </a:pPr>
            <a:r>
              <a:rPr lang="en" sz="1800">
                <a:solidFill>
                  <a:schemeClr val="dk1"/>
                </a:solidFill>
              </a:rPr>
              <a:t>R</a:t>
            </a:r>
            <a:r>
              <a:rPr baseline="-25000" lang="en" sz="1800">
                <a:solidFill>
                  <a:schemeClr val="dk1"/>
                </a:solidFill>
              </a:rPr>
              <a:t>meat/influencer-oil/expert(dtdt)</a:t>
            </a:r>
            <a:r>
              <a:rPr lang="en" sz="1800">
                <a:solidFill>
                  <a:schemeClr val="dk1"/>
                </a:solidFill>
              </a:rPr>
              <a:t>    X</a:t>
            </a:r>
            <a:r>
              <a:rPr baseline="-25000" lang="en" sz="1800">
                <a:solidFill>
                  <a:schemeClr val="dk1"/>
                </a:solidFill>
              </a:rPr>
              <a:t>dummy</a:t>
            </a:r>
            <a:r>
              <a:rPr lang="en" sz="1800">
                <a:solidFill>
                  <a:schemeClr val="dk1"/>
                </a:solidFill>
              </a:rPr>
              <a:t> O         X</a:t>
            </a:r>
            <a:r>
              <a:rPr baseline="-25000" lang="en" sz="1800">
                <a:solidFill>
                  <a:schemeClr val="dk1"/>
                </a:solidFill>
              </a:rPr>
              <a:t>infl(m)</a:t>
            </a:r>
            <a:r>
              <a:rPr lang="en" sz="1800">
                <a:solidFill>
                  <a:schemeClr val="dk1"/>
                </a:solidFill>
              </a:rPr>
              <a:t> O</a:t>
            </a:r>
            <a:r>
              <a:rPr baseline="-25000" lang="en" sz="1800">
                <a:solidFill>
                  <a:schemeClr val="dk1"/>
                </a:solidFill>
              </a:rPr>
              <a:t>infl(m)</a:t>
            </a:r>
            <a:r>
              <a:rPr lang="en" sz="1800">
                <a:solidFill>
                  <a:schemeClr val="dk1"/>
                </a:solidFill>
              </a:rPr>
              <a:t>     X</a:t>
            </a:r>
            <a:r>
              <a:rPr baseline="-25000" lang="en" sz="1800">
                <a:solidFill>
                  <a:schemeClr val="dk1"/>
                </a:solidFill>
              </a:rPr>
              <a:t>dummy</a:t>
            </a:r>
            <a:r>
              <a:rPr lang="en" sz="1800">
                <a:solidFill>
                  <a:schemeClr val="dk1"/>
                </a:solidFill>
              </a:rPr>
              <a:t> O     X</a:t>
            </a:r>
            <a:r>
              <a:rPr baseline="-25000" lang="en" sz="1800">
                <a:solidFill>
                  <a:schemeClr val="dk1"/>
                </a:solidFill>
              </a:rPr>
              <a:t>exp(o)</a:t>
            </a:r>
            <a:r>
              <a:rPr lang="en" sz="1800">
                <a:solidFill>
                  <a:schemeClr val="dk1"/>
                </a:solidFill>
              </a:rPr>
              <a:t> O</a:t>
            </a:r>
            <a:r>
              <a:rPr baseline="-25000" lang="en" sz="1800">
                <a:solidFill>
                  <a:schemeClr val="dk1"/>
                </a:solidFill>
              </a:rPr>
              <a:t>exp(o)</a:t>
            </a:r>
            <a:endParaRPr sz="1800">
              <a:solidFill>
                <a:schemeClr val="dk1"/>
              </a:solidFill>
            </a:endParaRPr>
          </a:p>
        </p:txBody>
      </p:sp>
      <p:sp>
        <p:nvSpPr>
          <p:cNvPr id="349" name="Google Shape;349;p33"/>
          <p:cNvSpPr txBox="1"/>
          <p:nvPr/>
        </p:nvSpPr>
        <p:spPr>
          <a:xfrm>
            <a:off x="427350" y="1153700"/>
            <a:ext cx="8574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Randomized between-subjects source comparison within each topic (red meat / seed oil), with repeated outcome measures across posts (treatment and dummy)</a:t>
            </a:r>
            <a:endParaRPr sz="1800">
              <a:solidFill>
                <a:schemeClr val="dk1"/>
              </a:solidFill>
            </a:endParaRPr>
          </a:p>
        </p:txBody>
      </p:sp>
      <p:sp>
        <p:nvSpPr>
          <p:cNvPr id="350" name="Google Shape;350;p33"/>
          <p:cNvSpPr txBox="1"/>
          <p:nvPr>
            <p:ph idx="2" type="subTitle"/>
          </p:nvPr>
        </p:nvSpPr>
        <p:spPr>
          <a:xfrm>
            <a:off x="436725" y="230700"/>
            <a:ext cx="1893000" cy="228600"/>
          </a:xfrm>
          <a:prstGeom prst="rect">
            <a:avLst/>
          </a:prstGeom>
        </p:spPr>
        <p:txBody>
          <a:bodyPr anchorCtr="0" anchor="t" bIns="0" lIns="0" spcFirstLastPara="1" rIns="91425" wrap="square" tIns="0">
            <a:normAutofit/>
          </a:bodyPr>
          <a:lstStyle/>
          <a:p>
            <a:pPr indent="0" lvl="0" marL="0" rtl="0" algn="l">
              <a:spcBef>
                <a:spcPts val="0"/>
              </a:spcBef>
              <a:spcAft>
                <a:spcPts val="1200"/>
              </a:spcAft>
              <a:buNone/>
            </a:pPr>
            <a:r>
              <a:rPr lang="en"/>
              <a:t>UC Berkeley</a:t>
            </a:r>
            <a:endParaRPr/>
          </a:p>
        </p:txBody>
      </p:sp>
      <p:sp>
        <p:nvSpPr>
          <p:cNvPr id="351" name="Google Shape;351;p33"/>
          <p:cNvSpPr txBox="1"/>
          <p:nvPr>
            <p:ph idx="1" type="subTitle"/>
          </p:nvPr>
        </p:nvSpPr>
        <p:spPr>
          <a:xfrm>
            <a:off x="6802800" y="230700"/>
            <a:ext cx="1050600" cy="145800"/>
          </a:xfrm>
          <a:prstGeom prst="rect">
            <a:avLst/>
          </a:prstGeom>
        </p:spPr>
        <p:txBody>
          <a:bodyPr anchorCtr="0" anchor="t" bIns="0" lIns="0" spcFirstLastPara="1" rIns="0" wrap="square" tIns="0">
            <a:normAutofit/>
          </a:bodyPr>
          <a:lstStyle/>
          <a:p>
            <a:pPr indent="0" lvl="0" marL="0" rtl="0" algn="r">
              <a:spcBef>
                <a:spcPts val="0"/>
              </a:spcBef>
              <a:spcAft>
                <a:spcPts val="1200"/>
              </a:spcAft>
              <a:buNone/>
            </a:pPr>
            <a:r>
              <a:rPr lang="en"/>
              <a:t>April  14th, 2026</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4"/>
          <p:cNvSpPr txBox="1"/>
          <p:nvPr>
            <p:ph type="title"/>
          </p:nvPr>
        </p:nvSpPr>
        <p:spPr>
          <a:xfrm>
            <a:off x="276650" y="459625"/>
            <a:ext cx="76908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920"/>
              <a:t>Outcome Measurement</a:t>
            </a:r>
            <a:endParaRPr sz="2920"/>
          </a:p>
        </p:txBody>
      </p:sp>
      <p:sp>
        <p:nvSpPr>
          <p:cNvPr id="357" name="Google Shape;357;p34"/>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p>
            <a:pPr indent="0" lvl="0" marL="0" rtl="0" algn="r">
              <a:spcBef>
                <a:spcPts val="0"/>
              </a:spcBef>
              <a:spcAft>
                <a:spcPts val="0"/>
              </a:spcAft>
              <a:buNone/>
            </a:pPr>
            <a:fld id="{00000000-1234-1234-1234-123412341234}" type="slidenum">
              <a:rPr lang="en"/>
              <a:t>‹#›</a:t>
            </a:fld>
            <a:endParaRPr/>
          </a:p>
        </p:txBody>
      </p:sp>
      <p:sp>
        <p:nvSpPr>
          <p:cNvPr id="358" name="Google Shape;358;p34"/>
          <p:cNvSpPr txBox="1"/>
          <p:nvPr>
            <p:ph idx="2" type="subTitle"/>
          </p:nvPr>
        </p:nvSpPr>
        <p:spPr>
          <a:xfrm>
            <a:off x="436725" y="230700"/>
            <a:ext cx="1893000" cy="228600"/>
          </a:xfrm>
          <a:prstGeom prst="rect">
            <a:avLst/>
          </a:prstGeom>
        </p:spPr>
        <p:txBody>
          <a:bodyPr anchorCtr="0" anchor="t" bIns="0" lIns="0" spcFirstLastPara="1" rIns="91425" wrap="square" tIns="0">
            <a:normAutofit/>
          </a:bodyPr>
          <a:lstStyle/>
          <a:p>
            <a:pPr indent="0" lvl="0" marL="0" rtl="0" algn="l">
              <a:spcBef>
                <a:spcPts val="0"/>
              </a:spcBef>
              <a:spcAft>
                <a:spcPts val="1200"/>
              </a:spcAft>
              <a:buNone/>
            </a:pPr>
            <a:r>
              <a:rPr lang="en"/>
              <a:t>UC Berkeley</a:t>
            </a:r>
            <a:endParaRPr/>
          </a:p>
        </p:txBody>
      </p:sp>
      <p:sp>
        <p:nvSpPr>
          <p:cNvPr id="359" name="Google Shape;359;p34"/>
          <p:cNvSpPr txBox="1"/>
          <p:nvPr>
            <p:ph idx="1" type="subTitle"/>
          </p:nvPr>
        </p:nvSpPr>
        <p:spPr>
          <a:xfrm>
            <a:off x="6802800" y="230700"/>
            <a:ext cx="1050600" cy="145800"/>
          </a:xfrm>
          <a:prstGeom prst="rect">
            <a:avLst/>
          </a:prstGeom>
        </p:spPr>
        <p:txBody>
          <a:bodyPr anchorCtr="0" anchor="t" bIns="0" lIns="0" spcFirstLastPara="1" rIns="0" wrap="square" tIns="0">
            <a:normAutofit/>
          </a:bodyPr>
          <a:lstStyle/>
          <a:p>
            <a:pPr indent="0" lvl="0" marL="0" rtl="0" algn="r">
              <a:spcBef>
                <a:spcPts val="0"/>
              </a:spcBef>
              <a:spcAft>
                <a:spcPts val="1200"/>
              </a:spcAft>
              <a:buNone/>
            </a:pPr>
            <a:r>
              <a:rPr lang="en"/>
              <a:t>April  14th, 2026</a:t>
            </a:r>
            <a:endParaRPr/>
          </a:p>
        </p:txBody>
      </p:sp>
      <p:sp>
        <p:nvSpPr>
          <p:cNvPr id="360" name="Google Shape;360;p34"/>
          <p:cNvSpPr txBox="1"/>
          <p:nvPr/>
        </p:nvSpPr>
        <p:spPr>
          <a:xfrm>
            <a:off x="0" y="1806975"/>
            <a:ext cx="9144000" cy="3336600"/>
          </a:xfrm>
          <a:prstGeom prst="rect">
            <a:avLst/>
          </a:prstGeom>
          <a:noFill/>
          <a:ln>
            <a:noFill/>
          </a:ln>
        </p:spPr>
        <p:txBody>
          <a:bodyPr anchorCtr="0" anchor="ctr"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Char char="●"/>
            </a:pPr>
            <a:r>
              <a:rPr b="1" lang="en">
                <a:solidFill>
                  <a:schemeClr val="dk1"/>
                </a:solidFill>
              </a:rPr>
              <a:t>Outcome</a:t>
            </a:r>
            <a:endParaRPr b="1">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Credibility (composite credibility index: perceived accuracy, authenticity, believability)</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Likert scale, 1-7</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Treatment</a:t>
            </a:r>
            <a:endParaRPr b="1">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Seeing a post from an influencer and an expert on nutritional recommendations (red meat/seed oil)</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Covariates</a:t>
            </a:r>
            <a:endParaRPr b="1">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Baseline trust in experts and health engagement</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Demographic variables (age, education, gender)</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Inclusion Criteria</a:t>
            </a:r>
            <a:endParaRPr b="1">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CAPTCHA score &gt; 0.5</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&gt; ⅓ mean duration time spent on survey</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Passed all attention checks</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4" name="Shape 364"/>
        <p:cNvGrpSpPr/>
        <p:nvPr/>
      </p:nvGrpSpPr>
      <p:grpSpPr>
        <a:xfrm>
          <a:off x="0" y="0"/>
          <a:ext cx="0" cy="0"/>
          <a:chOff x="0" y="0"/>
          <a:chExt cx="0" cy="0"/>
        </a:xfrm>
      </p:grpSpPr>
      <p:sp>
        <p:nvSpPr>
          <p:cNvPr id="365" name="Google Shape;365;p35"/>
          <p:cNvSpPr txBox="1"/>
          <p:nvPr>
            <p:ph type="title"/>
          </p:nvPr>
        </p:nvSpPr>
        <p:spPr>
          <a:xfrm>
            <a:off x="276650" y="459625"/>
            <a:ext cx="76908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920"/>
              <a:t>Models</a:t>
            </a:r>
            <a:endParaRPr sz="2920"/>
          </a:p>
        </p:txBody>
      </p:sp>
      <p:sp>
        <p:nvSpPr>
          <p:cNvPr id="366" name="Google Shape;366;p35"/>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p>
            <a:pPr indent="0" lvl="0" marL="0" rtl="0" algn="r">
              <a:spcBef>
                <a:spcPts val="0"/>
              </a:spcBef>
              <a:spcAft>
                <a:spcPts val="0"/>
              </a:spcAft>
              <a:buNone/>
            </a:pPr>
            <a:fld id="{00000000-1234-1234-1234-123412341234}" type="slidenum">
              <a:rPr lang="en"/>
              <a:t>‹#›</a:t>
            </a:fld>
            <a:endParaRPr/>
          </a:p>
        </p:txBody>
      </p:sp>
      <p:sp>
        <p:nvSpPr>
          <p:cNvPr id="367" name="Google Shape;367;p35"/>
          <p:cNvSpPr txBox="1"/>
          <p:nvPr>
            <p:ph idx="2" type="subTitle"/>
          </p:nvPr>
        </p:nvSpPr>
        <p:spPr>
          <a:xfrm>
            <a:off x="436725" y="230700"/>
            <a:ext cx="1893000" cy="228600"/>
          </a:xfrm>
          <a:prstGeom prst="rect">
            <a:avLst/>
          </a:prstGeom>
        </p:spPr>
        <p:txBody>
          <a:bodyPr anchorCtr="0" anchor="t" bIns="0" lIns="0" spcFirstLastPara="1" rIns="91425" wrap="square" tIns="0">
            <a:normAutofit/>
          </a:bodyPr>
          <a:lstStyle/>
          <a:p>
            <a:pPr indent="0" lvl="0" marL="0" rtl="0" algn="l">
              <a:spcBef>
                <a:spcPts val="0"/>
              </a:spcBef>
              <a:spcAft>
                <a:spcPts val="1200"/>
              </a:spcAft>
              <a:buNone/>
            </a:pPr>
            <a:r>
              <a:rPr lang="en"/>
              <a:t>UC Berkeley</a:t>
            </a:r>
            <a:endParaRPr/>
          </a:p>
        </p:txBody>
      </p:sp>
      <p:sp>
        <p:nvSpPr>
          <p:cNvPr id="368" name="Google Shape;368;p35"/>
          <p:cNvSpPr txBox="1"/>
          <p:nvPr>
            <p:ph idx="1" type="subTitle"/>
          </p:nvPr>
        </p:nvSpPr>
        <p:spPr>
          <a:xfrm>
            <a:off x="6802800" y="230700"/>
            <a:ext cx="1050600" cy="145800"/>
          </a:xfrm>
          <a:prstGeom prst="rect">
            <a:avLst/>
          </a:prstGeom>
        </p:spPr>
        <p:txBody>
          <a:bodyPr anchorCtr="0" anchor="t" bIns="0" lIns="0" spcFirstLastPara="1" rIns="0" wrap="square" tIns="0">
            <a:normAutofit/>
          </a:bodyPr>
          <a:lstStyle/>
          <a:p>
            <a:pPr indent="0" lvl="0" marL="0" rtl="0" algn="r">
              <a:spcBef>
                <a:spcPts val="0"/>
              </a:spcBef>
              <a:spcAft>
                <a:spcPts val="1200"/>
              </a:spcAft>
              <a:buNone/>
            </a:pPr>
            <a:r>
              <a:rPr lang="en"/>
              <a:t>April  14th, 2026</a:t>
            </a:r>
            <a:endParaRPr/>
          </a:p>
        </p:txBody>
      </p:sp>
      <p:sp>
        <p:nvSpPr>
          <p:cNvPr id="369" name="Google Shape;369;p35"/>
          <p:cNvSpPr txBox="1"/>
          <p:nvPr/>
        </p:nvSpPr>
        <p:spPr>
          <a:xfrm>
            <a:off x="0" y="1806975"/>
            <a:ext cx="9144000" cy="3336600"/>
          </a:xfrm>
          <a:prstGeom prst="rect">
            <a:avLst/>
          </a:prstGeom>
          <a:noFill/>
          <a:ln>
            <a:noFill/>
          </a:ln>
        </p:spPr>
        <p:txBody>
          <a:bodyPr anchorCtr="0" anchor="ctr"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Char char="●"/>
            </a:pPr>
            <a:r>
              <a:rPr b="1" lang="en">
                <a:solidFill>
                  <a:schemeClr val="dk1"/>
                </a:solidFill>
              </a:rPr>
              <a:t>Model 1:</a:t>
            </a:r>
            <a:r>
              <a:rPr lang="en">
                <a:solidFill>
                  <a:schemeClr val="dk1"/>
                </a:solidFill>
              </a:rPr>
              <a:t> plain model, no covariates</a:t>
            </a:r>
            <a:endParaRPr>
              <a:solidFill>
                <a:schemeClr val="dk1"/>
              </a:solidFill>
            </a:endParaRPr>
          </a:p>
          <a:p>
            <a:pPr indent="-304800" lvl="1" marL="914400" rtl="0" algn="l">
              <a:lnSpc>
                <a:spcPct val="115000"/>
              </a:lnSpc>
              <a:spcBef>
                <a:spcPts val="0"/>
              </a:spcBef>
              <a:spcAft>
                <a:spcPts val="0"/>
              </a:spcAft>
              <a:buClr>
                <a:schemeClr val="dk1"/>
              </a:buClr>
              <a:buSzPts val="1200"/>
              <a:buChar char="○"/>
            </a:pPr>
            <a:r>
              <a:rPr i="1" lang="en" sz="1200">
                <a:solidFill>
                  <a:schemeClr val="dk1"/>
                </a:solidFill>
              </a:rPr>
              <a:t>Credibility ~ Influencer (treatment)</a:t>
            </a:r>
            <a:endParaRPr>
              <a:solidFill>
                <a:schemeClr val="dk1"/>
              </a:solidFill>
            </a:endParaRPr>
          </a:p>
          <a:p>
            <a:pPr indent="0" lvl="0" marL="914400" rtl="0" algn="l">
              <a:lnSpc>
                <a:spcPct val="115000"/>
              </a:lnSpc>
              <a:spcBef>
                <a:spcPts val="1000"/>
              </a:spcBef>
              <a:spcAft>
                <a:spcPts val="0"/>
              </a:spcAft>
              <a:buNone/>
            </a:pPr>
            <a:r>
              <a:t/>
            </a:r>
            <a:endParaRPr sz="600">
              <a:solidFill>
                <a:schemeClr val="dk1"/>
              </a:solidFill>
            </a:endParaRPr>
          </a:p>
          <a:p>
            <a:pPr indent="-317500" lvl="0" marL="457200" rtl="0" algn="l">
              <a:lnSpc>
                <a:spcPct val="115000"/>
              </a:lnSpc>
              <a:spcBef>
                <a:spcPts val="1000"/>
              </a:spcBef>
              <a:spcAft>
                <a:spcPts val="0"/>
              </a:spcAft>
              <a:buClr>
                <a:schemeClr val="dk1"/>
              </a:buClr>
              <a:buSzPts val="1400"/>
              <a:buChar char="●"/>
            </a:pPr>
            <a:r>
              <a:rPr b="1" lang="en">
                <a:solidFill>
                  <a:schemeClr val="dk1"/>
                </a:solidFill>
              </a:rPr>
              <a:t>Model 2:</a:t>
            </a:r>
            <a:r>
              <a:rPr lang="en">
                <a:solidFill>
                  <a:schemeClr val="dk1"/>
                </a:solidFill>
              </a:rPr>
              <a:t> model with prior indexes</a:t>
            </a:r>
            <a:endParaRPr>
              <a:solidFill>
                <a:schemeClr val="dk1"/>
              </a:solidFill>
            </a:endParaRPr>
          </a:p>
          <a:p>
            <a:pPr indent="-304800" lvl="1" marL="914400" rtl="0" algn="l">
              <a:lnSpc>
                <a:spcPct val="115000"/>
              </a:lnSpc>
              <a:spcBef>
                <a:spcPts val="0"/>
              </a:spcBef>
              <a:spcAft>
                <a:spcPts val="0"/>
              </a:spcAft>
              <a:buClr>
                <a:schemeClr val="dk1"/>
              </a:buClr>
              <a:buSzPts val="1200"/>
              <a:buChar char="○"/>
            </a:pPr>
            <a:r>
              <a:rPr i="1" lang="en" sz="1200">
                <a:solidFill>
                  <a:schemeClr val="dk1"/>
                </a:solidFill>
              </a:rPr>
              <a:t>Credibility ~ Influencer (treatment) + Prior Indexes (covariates)</a:t>
            </a:r>
            <a:endParaRPr>
              <a:solidFill>
                <a:schemeClr val="dk1"/>
              </a:solidFill>
            </a:endParaRPr>
          </a:p>
          <a:p>
            <a:pPr indent="0" lvl="0" marL="457200" rtl="0" algn="l">
              <a:lnSpc>
                <a:spcPct val="115000"/>
              </a:lnSpc>
              <a:spcBef>
                <a:spcPts val="1000"/>
              </a:spcBef>
              <a:spcAft>
                <a:spcPts val="0"/>
              </a:spcAft>
              <a:buNone/>
            </a:pPr>
            <a:r>
              <a:t/>
            </a:r>
            <a:endParaRPr b="1" sz="600">
              <a:solidFill>
                <a:schemeClr val="dk1"/>
              </a:solidFill>
            </a:endParaRPr>
          </a:p>
          <a:p>
            <a:pPr indent="-317500" lvl="0" marL="457200" rtl="0" algn="l">
              <a:lnSpc>
                <a:spcPct val="115000"/>
              </a:lnSpc>
              <a:spcBef>
                <a:spcPts val="1000"/>
              </a:spcBef>
              <a:spcAft>
                <a:spcPts val="0"/>
              </a:spcAft>
              <a:buClr>
                <a:schemeClr val="dk1"/>
              </a:buClr>
              <a:buSzPts val="1400"/>
              <a:buChar char="●"/>
            </a:pPr>
            <a:r>
              <a:rPr b="1" lang="en">
                <a:solidFill>
                  <a:schemeClr val="dk1"/>
                </a:solidFill>
              </a:rPr>
              <a:t>Model 3:</a:t>
            </a:r>
            <a:r>
              <a:rPr lang="en">
                <a:solidFill>
                  <a:schemeClr val="dk1"/>
                </a:solidFill>
              </a:rPr>
              <a:t> model with prior indexes and demographic covariates</a:t>
            </a:r>
            <a:endParaRPr>
              <a:solidFill>
                <a:schemeClr val="dk1"/>
              </a:solidFill>
            </a:endParaRPr>
          </a:p>
          <a:p>
            <a:pPr indent="-304800" lvl="1" marL="914400" rtl="0" algn="l">
              <a:lnSpc>
                <a:spcPct val="115000"/>
              </a:lnSpc>
              <a:spcBef>
                <a:spcPts val="0"/>
              </a:spcBef>
              <a:spcAft>
                <a:spcPts val="0"/>
              </a:spcAft>
              <a:buClr>
                <a:schemeClr val="dk1"/>
              </a:buClr>
              <a:buSzPts val="1200"/>
              <a:buChar char="○"/>
            </a:pPr>
            <a:r>
              <a:rPr i="1" lang="en" sz="1200">
                <a:solidFill>
                  <a:schemeClr val="dk1"/>
                </a:solidFill>
              </a:rPr>
              <a:t>Credibility ~ Influencer (treatment) + Prior Indexes (covariates) + Demographics (covariates)</a:t>
            </a:r>
            <a:endParaRPr>
              <a:solidFill>
                <a:schemeClr val="dk1"/>
              </a:solidFill>
            </a:endParaRPr>
          </a:p>
          <a:p>
            <a:pPr indent="0" lvl="0" marL="457200" rtl="0" algn="l">
              <a:lnSpc>
                <a:spcPct val="115000"/>
              </a:lnSpc>
              <a:spcBef>
                <a:spcPts val="1000"/>
              </a:spcBef>
              <a:spcAft>
                <a:spcPts val="0"/>
              </a:spcAft>
              <a:buNone/>
            </a:pPr>
            <a:r>
              <a:t/>
            </a:r>
            <a:endParaRPr b="1" sz="600">
              <a:solidFill>
                <a:schemeClr val="dk1"/>
              </a:solidFill>
            </a:endParaRPr>
          </a:p>
          <a:p>
            <a:pPr indent="-317500" lvl="0" marL="457200" rtl="0" algn="l">
              <a:lnSpc>
                <a:spcPct val="115000"/>
              </a:lnSpc>
              <a:spcBef>
                <a:spcPts val="1000"/>
              </a:spcBef>
              <a:spcAft>
                <a:spcPts val="0"/>
              </a:spcAft>
              <a:buClr>
                <a:schemeClr val="dk1"/>
              </a:buClr>
              <a:buSzPts val="1400"/>
              <a:buChar char="●"/>
            </a:pPr>
            <a:r>
              <a:rPr b="1" lang="en">
                <a:solidFill>
                  <a:schemeClr val="dk1"/>
                </a:solidFill>
              </a:rPr>
              <a:t>Model 4:</a:t>
            </a:r>
            <a:r>
              <a:rPr lang="en">
                <a:solidFill>
                  <a:schemeClr val="dk1"/>
                </a:solidFill>
              </a:rPr>
              <a:t> model with prior indexes and interaction term</a:t>
            </a:r>
            <a:endParaRPr>
              <a:solidFill>
                <a:schemeClr val="dk1"/>
              </a:solidFill>
            </a:endParaRPr>
          </a:p>
          <a:p>
            <a:pPr indent="-304800" lvl="1" marL="914400" rtl="0" algn="l">
              <a:lnSpc>
                <a:spcPct val="115000"/>
              </a:lnSpc>
              <a:spcBef>
                <a:spcPts val="0"/>
              </a:spcBef>
              <a:spcAft>
                <a:spcPts val="0"/>
              </a:spcAft>
              <a:buClr>
                <a:schemeClr val="dk1"/>
              </a:buClr>
              <a:buSzPts val="1200"/>
              <a:buChar char="○"/>
            </a:pPr>
            <a:r>
              <a:rPr i="1" lang="en" sz="1200">
                <a:solidFill>
                  <a:schemeClr val="dk1"/>
                </a:solidFill>
              </a:rPr>
              <a:t>Credibility ~ Influencer (treatment) + Prior Indexes (covariates) + Influencer * Prior Indexes (interaction)</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6"/>
          <p:cNvSpPr txBox="1"/>
          <p:nvPr/>
        </p:nvSpPr>
        <p:spPr>
          <a:xfrm>
            <a:off x="4570800" y="2278150"/>
            <a:ext cx="4570800" cy="1200300"/>
          </a:xfrm>
          <a:prstGeom prst="rect">
            <a:avLst/>
          </a:prstGeom>
          <a:noFill/>
          <a:ln>
            <a:noFill/>
          </a:ln>
        </p:spPr>
        <p:txBody>
          <a:bodyPr anchorCtr="0" anchor="t" bIns="91425" lIns="91425" spcFirstLastPara="1" rIns="91425" wrap="square" tIns="91425">
            <a:noAutofit/>
          </a:bodyPr>
          <a:lstStyle/>
          <a:p>
            <a:pPr indent="-317500" lvl="0" marL="457200" rtl="0" algn="l">
              <a:spcBef>
                <a:spcPts val="1000"/>
              </a:spcBef>
              <a:spcAft>
                <a:spcPts val="0"/>
              </a:spcAft>
              <a:buClr>
                <a:schemeClr val="dk1"/>
              </a:buClr>
              <a:buSzPts val="1400"/>
              <a:buChar char="●"/>
            </a:pPr>
            <a:r>
              <a:rPr lang="en">
                <a:solidFill>
                  <a:schemeClr val="dk1"/>
                </a:solidFill>
              </a:rPr>
              <a:t>model with prior indexes</a:t>
            </a:r>
            <a:endParaRPr>
              <a:solidFill>
                <a:schemeClr val="dk1"/>
              </a:solidFill>
            </a:endParaRPr>
          </a:p>
          <a:p>
            <a:pPr indent="-317500" lvl="0" marL="457200" rtl="0" algn="l">
              <a:spcBef>
                <a:spcPts val="1000"/>
              </a:spcBef>
              <a:spcAft>
                <a:spcPts val="0"/>
              </a:spcAft>
              <a:buClr>
                <a:schemeClr val="dk1"/>
              </a:buClr>
              <a:buSzPts val="1400"/>
              <a:buChar char="●"/>
            </a:pPr>
            <a:r>
              <a:rPr i="1" lang="en">
                <a:solidFill>
                  <a:schemeClr val="dk1"/>
                </a:solidFill>
              </a:rPr>
              <a:t>Credibility ~ Influencer (treatment) + Prior Indexes (covariates)</a:t>
            </a:r>
            <a:endParaRPr i="1">
              <a:solidFill>
                <a:schemeClr val="dk1"/>
              </a:solidFill>
            </a:endParaRPr>
          </a:p>
        </p:txBody>
      </p:sp>
      <p:sp>
        <p:nvSpPr>
          <p:cNvPr id="375" name="Google Shape;375;p36"/>
          <p:cNvSpPr txBox="1"/>
          <p:nvPr>
            <p:ph type="title"/>
          </p:nvPr>
        </p:nvSpPr>
        <p:spPr>
          <a:xfrm>
            <a:off x="276650" y="459625"/>
            <a:ext cx="76908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920"/>
              <a:t>Models</a:t>
            </a:r>
            <a:endParaRPr sz="2920"/>
          </a:p>
        </p:txBody>
      </p:sp>
      <p:sp>
        <p:nvSpPr>
          <p:cNvPr id="376" name="Google Shape;376;p36"/>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p>
            <a:pPr indent="0" lvl="0" marL="0" rtl="0" algn="r">
              <a:spcBef>
                <a:spcPts val="0"/>
              </a:spcBef>
              <a:spcAft>
                <a:spcPts val="0"/>
              </a:spcAft>
              <a:buNone/>
            </a:pPr>
            <a:fld id="{00000000-1234-1234-1234-123412341234}" type="slidenum">
              <a:rPr lang="en"/>
              <a:t>‹#›</a:t>
            </a:fld>
            <a:endParaRPr/>
          </a:p>
        </p:txBody>
      </p:sp>
      <p:sp>
        <p:nvSpPr>
          <p:cNvPr id="377" name="Google Shape;377;p36"/>
          <p:cNvSpPr txBox="1"/>
          <p:nvPr>
            <p:ph idx="2" type="subTitle"/>
          </p:nvPr>
        </p:nvSpPr>
        <p:spPr>
          <a:xfrm>
            <a:off x="436725" y="230700"/>
            <a:ext cx="1893000" cy="228600"/>
          </a:xfrm>
          <a:prstGeom prst="rect">
            <a:avLst/>
          </a:prstGeom>
        </p:spPr>
        <p:txBody>
          <a:bodyPr anchorCtr="0" anchor="t" bIns="0" lIns="0" spcFirstLastPara="1" rIns="91425" wrap="square" tIns="0">
            <a:normAutofit/>
          </a:bodyPr>
          <a:lstStyle/>
          <a:p>
            <a:pPr indent="0" lvl="0" marL="0" rtl="0" algn="l">
              <a:spcBef>
                <a:spcPts val="0"/>
              </a:spcBef>
              <a:spcAft>
                <a:spcPts val="1200"/>
              </a:spcAft>
              <a:buNone/>
            </a:pPr>
            <a:r>
              <a:rPr lang="en"/>
              <a:t>UC Berkeley</a:t>
            </a:r>
            <a:endParaRPr/>
          </a:p>
        </p:txBody>
      </p:sp>
      <p:sp>
        <p:nvSpPr>
          <p:cNvPr id="378" name="Google Shape;378;p36"/>
          <p:cNvSpPr txBox="1"/>
          <p:nvPr>
            <p:ph idx="1" type="subTitle"/>
          </p:nvPr>
        </p:nvSpPr>
        <p:spPr>
          <a:xfrm>
            <a:off x="6802800" y="230700"/>
            <a:ext cx="1050600" cy="145800"/>
          </a:xfrm>
          <a:prstGeom prst="rect">
            <a:avLst/>
          </a:prstGeom>
        </p:spPr>
        <p:txBody>
          <a:bodyPr anchorCtr="0" anchor="t" bIns="0" lIns="0" spcFirstLastPara="1" rIns="0" wrap="square" tIns="0">
            <a:normAutofit/>
          </a:bodyPr>
          <a:lstStyle/>
          <a:p>
            <a:pPr indent="0" lvl="0" marL="0" rtl="0" algn="r">
              <a:spcBef>
                <a:spcPts val="0"/>
              </a:spcBef>
              <a:spcAft>
                <a:spcPts val="1200"/>
              </a:spcAft>
              <a:buNone/>
            </a:pPr>
            <a:r>
              <a:rPr lang="en"/>
              <a:t>April  14th, 2026</a:t>
            </a:r>
            <a:endParaRPr/>
          </a:p>
        </p:txBody>
      </p:sp>
      <p:sp>
        <p:nvSpPr>
          <p:cNvPr id="379" name="Google Shape;379;p36"/>
          <p:cNvSpPr txBox="1"/>
          <p:nvPr/>
        </p:nvSpPr>
        <p:spPr>
          <a:xfrm>
            <a:off x="0" y="2278125"/>
            <a:ext cx="4570800" cy="1200300"/>
          </a:xfrm>
          <a:prstGeom prst="rect">
            <a:avLst/>
          </a:prstGeom>
          <a:noFill/>
          <a:ln>
            <a:noFill/>
          </a:ln>
        </p:spPr>
        <p:txBody>
          <a:bodyPr anchorCtr="0" anchor="t" bIns="91425" lIns="91425" spcFirstLastPara="1" rIns="91425" wrap="square" tIns="91425">
            <a:noAutofit/>
          </a:bodyPr>
          <a:lstStyle/>
          <a:p>
            <a:pPr indent="-317500" lvl="0" marL="457200" rtl="0" algn="l">
              <a:spcBef>
                <a:spcPts val="1000"/>
              </a:spcBef>
              <a:spcAft>
                <a:spcPts val="0"/>
              </a:spcAft>
              <a:buClr>
                <a:schemeClr val="dk1"/>
              </a:buClr>
              <a:buSzPts val="1400"/>
              <a:buChar char="●"/>
            </a:pPr>
            <a:r>
              <a:rPr lang="en">
                <a:solidFill>
                  <a:schemeClr val="dk1"/>
                </a:solidFill>
              </a:rPr>
              <a:t>plain model, no covariates</a:t>
            </a:r>
            <a:endParaRPr>
              <a:solidFill>
                <a:schemeClr val="dk1"/>
              </a:solidFill>
            </a:endParaRPr>
          </a:p>
          <a:p>
            <a:pPr indent="-317500" lvl="0" marL="457200" rtl="0" algn="l">
              <a:spcBef>
                <a:spcPts val="1000"/>
              </a:spcBef>
              <a:spcAft>
                <a:spcPts val="0"/>
              </a:spcAft>
              <a:buClr>
                <a:schemeClr val="dk1"/>
              </a:buClr>
              <a:buSzPts val="1400"/>
              <a:buChar char="●"/>
            </a:pPr>
            <a:r>
              <a:rPr i="1" lang="en">
                <a:solidFill>
                  <a:schemeClr val="dk1"/>
                </a:solidFill>
              </a:rPr>
              <a:t>Credibility ~ Influencer (treatment)</a:t>
            </a:r>
            <a:endParaRPr i="1">
              <a:solidFill>
                <a:schemeClr val="dk1"/>
              </a:solidFill>
            </a:endParaRPr>
          </a:p>
        </p:txBody>
      </p:sp>
      <p:cxnSp>
        <p:nvCxnSpPr>
          <p:cNvPr id="380" name="Google Shape;380;p36"/>
          <p:cNvCxnSpPr/>
          <p:nvPr/>
        </p:nvCxnSpPr>
        <p:spPr>
          <a:xfrm>
            <a:off x="4570800" y="1806225"/>
            <a:ext cx="3600" cy="3344400"/>
          </a:xfrm>
          <a:prstGeom prst="straightConnector1">
            <a:avLst/>
          </a:prstGeom>
          <a:noFill/>
          <a:ln cap="flat" cmpd="sng" w="9525">
            <a:solidFill>
              <a:schemeClr val="accent1"/>
            </a:solidFill>
            <a:prstDash val="solid"/>
            <a:round/>
            <a:headEnd len="med" w="med" type="none"/>
            <a:tailEnd len="med" w="med" type="none"/>
          </a:ln>
        </p:spPr>
      </p:cxnSp>
      <p:cxnSp>
        <p:nvCxnSpPr>
          <p:cNvPr id="381" name="Google Shape;381;p36"/>
          <p:cNvCxnSpPr/>
          <p:nvPr/>
        </p:nvCxnSpPr>
        <p:spPr>
          <a:xfrm rot="10800000">
            <a:off x="0" y="3478425"/>
            <a:ext cx="9144000" cy="0"/>
          </a:xfrm>
          <a:prstGeom prst="straightConnector1">
            <a:avLst/>
          </a:prstGeom>
          <a:noFill/>
          <a:ln cap="flat" cmpd="sng" w="9525">
            <a:solidFill>
              <a:schemeClr val="accent1"/>
            </a:solidFill>
            <a:prstDash val="solid"/>
            <a:round/>
            <a:headEnd len="med" w="med" type="none"/>
            <a:tailEnd len="med" w="med" type="none"/>
          </a:ln>
        </p:spPr>
      </p:cxnSp>
      <p:sp>
        <p:nvSpPr>
          <p:cNvPr id="382" name="Google Shape;382;p36"/>
          <p:cNvSpPr txBox="1"/>
          <p:nvPr/>
        </p:nvSpPr>
        <p:spPr>
          <a:xfrm>
            <a:off x="0" y="1806225"/>
            <a:ext cx="4570800" cy="47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100">
                <a:solidFill>
                  <a:schemeClr val="dk1"/>
                </a:solidFill>
                <a:latin typeface="IBM Plex Sans"/>
                <a:ea typeface="IBM Plex Sans"/>
                <a:cs typeface="IBM Plex Sans"/>
                <a:sym typeface="IBM Plex Sans"/>
              </a:rPr>
              <a:t>Model 1</a:t>
            </a:r>
            <a:endParaRPr b="1" sz="2100">
              <a:solidFill>
                <a:schemeClr val="dk1"/>
              </a:solidFill>
              <a:latin typeface="IBM Plex Sans"/>
              <a:ea typeface="IBM Plex Sans"/>
              <a:cs typeface="IBM Plex Sans"/>
              <a:sym typeface="IBM Plex Sans"/>
            </a:endParaRPr>
          </a:p>
        </p:txBody>
      </p:sp>
      <p:sp>
        <p:nvSpPr>
          <p:cNvPr id="383" name="Google Shape;383;p36"/>
          <p:cNvSpPr txBox="1"/>
          <p:nvPr/>
        </p:nvSpPr>
        <p:spPr>
          <a:xfrm>
            <a:off x="0" y="3478425"/>
            <a:ext cx="4570800" cy="47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100">
                <a:solidFill>
                  <a:schemeClr val="dk1"/>
                </a:solidFill>
                <a:latin typeface="IBM Plex Sans"/>
                <a:ea typeface="IBM Plex Sans"/>
                <a:cs typeface="IBM Plex Sans"/>
                <a:sym typeface="IBM Plex Sans"/>
              </a:rPr>
              <a:t>Model 3</a:t>
            </a:r>
            <a:endParaRPr b="1" sz="2100">
              <a:solidFill>
                <a:schemeClr val="dk1"/>
              </a:solidFill>
              <a:latin typeface="IBM Plex Sans"/>
              <a:ea typeface="IBM Plex Sans"/>
              <a:cs typeface="IBM Plex Sans"/>
              <a:sym typeface="IBM Plex Sans"/>
            </a:endParaRPr>
          </a:p>
        </p:txBody>
      </p:sp>
      <p:sp>
        <p:nvSpPr>
          <p:cNvPr id="384" name="Google Shape;384;p36"/>
          <p:cNvSpPr txBox="1"/>
          <p:nvPr/>
        </p:nvSpPr>
        <p:spPr>
          <a:xfrm>
            <a:off x="4570800" y="1806225"/>
            <a:ext cx="4570800" cy="47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100">
                <a:solidFill>
                  <a:schemeClr val="dk1"/>
                </a:solidFill>
                <a:latin typeface="IBM Plex Sans"/>
                <a:ea typeface="IBM Plex Sans"/>
                <a:cs typeface="IBM Plex Sans"/>
                <a:sym typeface="IBM Plex Sans"/>
              </a:rPr>
              <a:t>Model 2</a:t>
            </a:r>
            <a:endParaRPr b="1" sz="2100">
              <a:solidFill>
                <a:schemeClr val="dk1"/>
              </a:solidFill>
              <a:latin typeface="IBM Plex Sans"/>
              <a:ea typeface="IBM Plex Sans"/>
              <a:cs typeface="IBM Plex Sans"/>
              <a:sym typeface="IBM Plex Sans"/>
            </a:endParaRPr>
          </a:p>
        </p:txBody>
      </p:sp>
      <p:sp>
        <p:nvSpPr>
          <p:cNvPr id="385" name="Google Shape;385;p36"/>
          <p:cNvSpPr txBox="1"/>
          <p:nvPr/>
        </p:nvSpPr>
        <p:spPr>
          <a:xfrm>
            <a:off x="4570800" y="3478425"/>
            <a:ext cx="4570800" cy="47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100">
                <a:solidFill>
                  <a:schemeClr val="dk1"/>
                </a:solidFill>
                <a:latin typeface="IBM Plex Sans"/>
                <a:ea typeface="IBM Plex Sans"/>
                <a:cs typeface="IBM Plex Sans"/>
                <a:sym typeface="IBM Plex Sans"/>
              </a:rPr>
              <a:t>Model 4</a:t>
            </a:r>
            <a:endParaRPr b="1" sz="2100">
              <a:solidFill>
                <a:schemeClr val="dk1"/>
              </a:solidFill>
              <a:latin typeface="IBM Plex Sans"/>
              <a:ea typeface="IBM Plex Sans"/>
              <a:cs typeface="IBM Plex Sans"/>
              <a:sym typeface="IBM Plex Sans"/>
            </a:endParaRPr>
          </a:p>
        </p:txBody>
      </p:sp>
      <p:sp>
        <p:nvSpPr>
          <p:cNvPr id="386" name="Google Shape;386;p36"/>
          <p:cNvSpPr txBox="1"/>
          <p:nvPr/>
        </p:nvSpPr>
        <p:spPr>
          <a:xfrm>
            <a:off x="0" y="3950325"/>
            <a:ext cx="4570800" cy="1200300"/>
          </a:xfrm>
          <a:prstGeom prst="rect">
            <a:avLst/>
          </a:prstGeom>
          <a:noFill/>
          <a:ln>
            <a:noFill/>
          </a:ln>
        </p:spPr>
        <p:txBody>
          <a:bodyPr anchorCtr="0" anchor="t" bIns="91425" lIns="91425" spcFirstLastPara="1" rIns="91425" wrap="square" tIns="91425">
            <a:noAutofit/>
          </a:bodyPr>
          <a:lstStyle/>
          <a:p>
            <a:pPr indent="-317500" lvl="0" marL="457200" rtl="0" algn="l">
              <a:spcBef>
                <a:spcPts val="1000"/>
              </a:spcBef>
              <a:spcAft>
                <a:spcPts val="0"/>
              </a:spcAft>
              <a:buClr>
                <a:schemeClr val="dk1"/>
              </a:buClr>
              <a:buSzPts val="1400"/>
              <a:buChar char="●"/>
            </a:pPr>
            <a:r>
              <a:rPr lang="en">
                <a:solidFill>
                  <a:schemeClr val="dk1"/>
                </a:solidFill>
              </a:rPr>
              <a:t>model with prior indexes and demographic covariates</a:t>
            </a:r>
            <a:endParaRPr>
              <a:solidFill>
                <a:schemeClr val="dk1"/>
              </a:solidFill>
            </a:endParaRPr>
          </a:p>
          <a:p>
            <a:pPr indent="-317500" lvl="0" marL="457200" rtl="0" algn="l">
              <a:spcBef>
                <a:spcPts val="1000"/>
              </a:spcBef>
              <a:spcAft>
                <a:spcPts val="0"/>
              </a:spcAft>
              <a:buClr>
                <a:schemeClr val="dk1"/>
              </a:buClr>
              <a:buSzPts val="1400"/>
              <a:buChar char="●"/>
            </a:pPr>
            <a:r>
              <a:rPr i="1" lang="en">
                <a:solidFill>
                  <a:schemeClr val="dk1"/>
                </a:solidFill>
              </a:rPr>
              <a:t>Credibility ~ Influencer (treatment) + Prior Indexes (covariates) + Demographics (covariates)</a:t>
            </a:r>
            <a:endParaRPr i="1">
              <a:solidFill>
                <a:schemeClr val="dk1"/>
              </a:solidFill>
            </a:endParaRPr>
          </a:p>
        </p:txBody>
      </p:sp>
      <p:sp>
        <p:nvSpPr>
          <p:cNvPr id="387" name="Google Shape;387;p36"/>
          <p:cNvSpPr txBox="1"/>
          <p:nvPr/>
        </p:nvSpPr>
        <p:spPr>
          <a:xfrm>
            <a:off x="4570800" y="3943200"/>
            <a:ext cx="4570800" cy="1200300"/>
          </a:xfrm>
          <a:prstGeom prst="rect">
            <a:avLst/>
          </a:prstGeom>
          <a:noFill/>
          <a:ln>
            <a:noFill/>
          </a:ln>
        </p:spPr>
        <p:txBody>
          <a:bodyPr anchorCtr="0" anchor="t" bIns="91425" lIns="91425" spcFirstLastPara="1" rIns="91425" wrap="square" tIns="91425">
            <a:noAutofit/>
          </a:bodyPr>
          <a:lstStyle/>
          <a:p>
            <a:pPr indent="-317500" lvl="0" marL="457200" rtl="0" algn="l">
              <a:spcBef>
                <a:spcPts val="1000"/>
              </a:spcBef>
              <a:spcAft>
                <a:spcPts val="0"/>
              </a:spcAft>
              <a:buClr>
                <a:schemeClr val="dk1"/>
              </a:buClr>
              <a:buSzPts val="1400"/>
              <a:buChar char="●"/>
            </a:pPr>
            <a:r>
              <a:rPr lang="en">
                <a:solidFill>
                  <a:schemeClr val="dk1"/>
                </a:solidFill>
              </a:rPr>
              <a:t>model with prior indexes and interaction term</a:t>
            </a:r>
            <a:endParaRPr>
              <a:solidFill>
                <a:schemeClr val="dk1"/>
              </a:solidFill>
            </a:endParaRPr>
          </a:p>
          <a:p>
            <a:pPr indent="-317500" lvl="0" marL="457200" rtl="0" algn="l">
              <a:spcBef>
                <a:spcPts val="1000"/>
              </a:spcBef>
              <a:spcAft>
                <a:spcPts val="0"/>
              </a:spcAft>
              <a:buClr>
                <a:schemeClr val="dk1"/>
              </a:buClr>
              <a:buSzPts val="1400"/>
              <a:buChar char="●"/>
            </a:pPr>
            <a:r>
              <a:rPr i="1" lang="en">
                <a:solidFill>
                  <a:schemeClr val="dk1"/>
                </a:solidFill>
              </a:rPr>
              <a:t>Credibility ~ Influencer (treatment) + Prior Indexes (covariates) + Influencer * Prior Indexes (interaction)</a:t>
            </a:r>
            <a:endParaRPr i="1">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7"/>
          <p:cNvSpPr txBox="1"/>
          <p:nvPr/>
        </p:nvSpPr>
        <p:spPr>
          <a:xfrm>
            <a:off x="0" y="1799875"/>
            <a:ext cx="3333600" cy="3343800"/>
          </a:xfrm>
          <a:prstGeom prst="rect">
            <a:avLst/>
          </a:prstGeom>
          <a:noFill/>
          <a:ln>
            <a:noFill/>
          </a:ln>
        </p:spPr>
        <p:txBody>
          <a:bodyPr anchorCtr="0" anchor="ctr" bIns="91425" lIns="91425" spcFirstLastPara="1" rIns="91425" wrap="square" tIns="91425">
            <a:noAutofit/>
          </a:bodyPr>
          <a:lstStyle/>
          <a:p>
            <a:pPr indent="-317500" lvl="0" marL="457200" rtl="0" algn="l">
              <a:lnSpc>
                <a:spcPct val="100000"/>
              </a:lnSpc>
              <a:spcBef>
                <a:spcPts val="1000"/>
              </a:spcBef>
              <a:spcAft>
                <a:spcPts val="0"/>
              </a:spcAft>
              <a:buClr>
                <a:schemeClr val="dk1"/>
              </a:buClr>
              <a:buSzPts val="1400"/>
              <a:buChar char="●"/>
            </a:pPr>
            <a:r>
              <a:rPr lang="en">
                <a:solidFill>
                  <a:schemeClr val="dk1"/>
                </a:solidFill>
              </a:rPr>
              <a:t>Naive comparison shows expert credibility greater for both meat and seed oil</a:t>
            </a:r>
            <a:endParaRPr>
              <a:solidFill>
                <a:schemeClr val="dk1"/>
              </a:solidFill>
            </a:endParaRPr>
          </a:p>
          <a:p>
            <a:pPr indent="0" lvl="0" marL="0" rtl="0" algn="l">
              <a:lnSpc>
                <a:spcPct val="100000"/>
              </a:lnSpc>
              <a:spcBef>
                <a:spcPts val="1000"/>
              </a:spcBef>
              <a:spcAft>
                <a:spcPts val="0"/>
              </a:spcAft>
              <a:buNone/>
            </a:pPr>
            <a:r>
              <a:t/>
            </a:r>
            <a:endParaRPr>
              <a:solidFill>
                <a:schemeClr val="dk1"/>
              </a:solidFill>
            </a:endParaRPr>
          </a:p>
          <a:p>
            <a:pPr indent="-317500" lvl="0" marL="457200" rtl="0" algn="l">
              <a:lnSpc>
                <a:spcPct val="100000"/>
              </a:lnSpc>
              <a:spcBef>
                <a:spcPts val="1000"/>
              </a:spcBef>
              <a:spcAft>
                <a:spcPts val="0"/>
              </a:spcAft>
              <a:buClr>
                <a:schemeClr val="dk1"/>
              </a:buClr>
              <a:buSzPts val="1400"/>
              <a:buChar char="●"/>
            </a:pPr>
            <a:r>
              <a:rPr lang="en">
                <a:solidFill>
                  <a:schemeClr val="dk1"/>
                </a:solidFill>
              </a:rPr>
              <a:t>Regression analysis will test for causal effect</a:t>
            </a:r>
            <a:endParaRPr>
              <a:solidFill>
                <a:schemeClr val="dk1"/>
              </a:solidFill>
            </a:endParaRPr>
          </a:p>
          <a:p>
            <a:pPr indent="0" lvl="0" marL="0" rtl="0" algn="l">
              <a:lnSpc>
                <a:spcPct val="100000"/>
              </a:lnSpc>
              <a:spcBef>
                <a:spcPts val="1000"/>
              </a:spcBef>
              <a:spcAft>
                <a:spcPts val="0"/>
              </a:spcAft>
              <a:buNone/>
            </a:pPr>
            <a:r>
              <a:t/>
            </a:r>
            <a:endParaRPr>
              <a:solidFill>
                <a:schemeClr val="dk1"/>
              </a:solidFill>
            </a:endParaRPr>
          </a:p>
        </p:txBody>
      </p:sp>
      <p:sp>
        <p:nvSpPr>
          <p:cNvPr id="393" name="Google Shape;393;p37"/>
          <p:cNvSpPr txBox="1"/>
          <p:nvPr>
            <p:ph type="title"/>
          </p:nvPr>
        </p:nvSpPr>
        <p:spPr>
          <a:xfrm>
            <a:off x="276650" y="459625"/>
            <a:ext cx="76908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920"/>
              <a:t>Initial Observations</a:t>
            </a:r>
            <a:endParaRPr sz="2920"/>
          </a:p>
        </p:txBody>
      </p:sp>
      <p:sp>
        <p:nvSpPr>
          <p:cNvPr id="394" name="Google Shape;394;p37"/>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p>
            <a:pPr indent="0" lvl="0" marL="0" rtl="0" algn="r">
              <a:spcBef>
                <a:spcPts val="0"/>
              </a:spcBef>
              <a:spcAft>
                <a:spcPts val="0"/>
              </a:spcAft>
              <a:buNone/>
            </a:pPr>
            <a:fld id="{00000000-1234-1234-1234-123412341234}" type="slidenum">
              <a:rPr lang="en"/>
              <a:t>‹#›</a:t>
            </a:fld>
            <a:endParaRPr/>
          </a:p>
        </p:txBody>
      </p:sp>
      <p:sp>
        <p:nvSpPr>
          <p:cNvPr id="395" name="Google Shape;395;p37"/>
          <p:cNvSpPr txBox="1"/>
          <p:nvPr>
            <p:ph idx="2" type="subTitle"/>
          </p:nvPr>
        </p:nvSpPr>
        <p:spPr>
          <a:xfrm>
            <a:off x="436725" y="230700"/>
            <a:ext cx="1893000" cy="228600"/>
          </a:xfrm>
          <a:prstGeom prst="rect">
            <a:avLst/>
          </a:prstGeom>
        </p:spPr>
        <p:txBody>
          <a:bodyPr anchorCtr="0" anchor="t" bIns="0" lIns="0" spcFirstLastPara="1" rIns="91425" wrap="square" tIns="0">
            <a:normAutofit/>
          </a:bodyPr>
          <a:lstStyle/>
          <a:p>
            <a:pPr indent="0" lvl="0" marL="0" rtl="0" algn="l">
              <a:spcBef>
                <a:spcPts val="0"/>
              </a:spcBef>
              <a:spcAft>
                <a:spcPts val="1200"/>
              </a:spcAft>
              <a:buNone/>
            </a:pPr>
            <a:r>
              <a:rPr lang="en"/>
              <a:t>UC Berkeley</a:t>
            </a:r>
            <a:endParaRPr/>
          </a:p>
        </p:txBody>
      </p:sp>
      <p:sp>
        <p:nvSpPr>
          <p:cNvPr id="396" name="Google Shape;396;p37"/>
          <p:cNvSpPr txBox="1"/>
          <p:nvPr>
            <p:ph idx="1" type="subTitle"/>
          </p:nvPr>
        </p:nvSpPr>
        <p:spPr>
          <a:xfrm>
            <a:off x="6802800" y="230700"/>
            <a:ext cx="1050600" cy="145800"/>
          </a:xfrm>
          <a:prstGeom prst="rect">
            <a:avLst/>
          </a:prstGeom>
        </p:spPr>
        <p:txBody>
          <a:bodyPr anchorCtr="0" anchor="t" bIns="0" lIns="0" spcFirstLastPara="1" rIns="0" wrap="square" tIns="0">
            <a:normAutofit/>
          </a:bodyPr>
          <a:lstStyle/>
          <a:p>
            <a:pPr indent="0" lvl="0" marL="0" rtl="0" algn="r">
              <a:spcBef>
                <a:spcPts val="0"/>
              </a:spcBef>
              <a:spcAft>
                <a:spcPts val="1200"/>
              </a:spcAft>
              <a:buNone/>
            </a:pPr>
            <a:r>
              <a:rPr lang="en"/>
              <a:t>April  14th, 2026</a:t>
            </a:r>
            <a:endParaRPr/>
          </a:p>
        </p:txBody>
      </p:sp>
      <p:pic>
        <p:nvPicPr>
          <p:cNvPr id="397" name="Google Shape;397;p37"/>
          <p:cNvPicPr preferRelativeResize="0"/>
          <p:nvPr/>
        </p:nvPicPr>
        <p:blipFill>
          <a:blip r:embed="rId3">
            <a:alphaModFix/>
          </a:blip>
          <a:stretch>
            <a:fillRect/>
          </a:stretch>
        </p:blipFill>
        <p:spPr>
          <a:xfrm>
            <a:off x="3884700" y="1902575"/>
            <a:ext cx="4782301" cy="3148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8"/>
          <p:cNvSpPr txBox="1"/>
          <p:nvPr/>
        </p:nvSpPr>
        <p:spPr>
          <a:xfrm>
            <a:off x="0" y="1799875"/>
            <a:ext cx="2695800" cy="3343800"/>
          </a:xfrm>
          <a:prstGeom prst="rect">
            <a:avLst/>
          </a:prstGeom>
          <a:noFill/>
          <a:ln>
            <a:noFill/>
          </a:ln>
        </p:spPr>
        <p:txBody>
          <a:bodyPr anchorCtr="0" anchor="ctr" bIns="91425" lIns="91425" spcFirstLastPara="1" rIns="91425" wrap="square" tIns="91425">
            <a:noAutofit/>
          </a:bodyPr>
          <a:lstStyle/>
          <a:p>
            <a:pPr indent="-317500" lvl="0" marL="457200" rtl="0" algn="l">
              <a:lnSpc>
                <a:spcPct val="100000"/>
              </a:lnSpc>
              <a:spcBef>
                <a:spcPts val="1000"/>
              </a:spcBef>
              <a:spcAft>
                <a:spcPts val="0"/>
              </a:spcAft>
              <a:buClr>
                <a:schemeClr val="dk1"/>
              </a:buClr>
              <a:buSzPts val="1400"/>
              <a:buChar char="●"/>
            </a:pPr>
            <a:r>
              <a:rPr lang="en">
                <a:solidFill>
                  <a:schemeClr val="dk1"/>
                </a:solidFill>
              </a:rPr>
              <a:t>Treatment effect is not statistically significant</a:t>
            </a:r>
            <a:endParaRPr>
              <a:solidFill>
                <a:schemeClr val="dk1"/>
              </a:solidFill>
            </a:endParaRPr>
          </a:p>
          <a:p>
            <a:pPr indent="0" lvl="0" marL="0" rtl="0" algn="l">
              <a:lnSpc>
                <a:spcPct val="100000"/>
              </a:lnSpc>
              <a:spcBef>
                <a:spcPts val="1000"/>
              </a:spcBef>
              <a:spcAft>
                <a:spcPts val="0"/>
              </a:spcAft>
              <a:buNone/>
            </a:pPr>
            <a:r>
              <a:t/>
            </a:r>
            <a:endParaRPr>
              <a:solidFill>
                <a:schemeClr val="dk1"/>
              </a:solidFill>
            </a:endParaRPr>
          </a:p>
          <a:p>
            <a:pPr indent="-317500" lvl="0" marL="457200" rtl="0" algn="l">
              <a:lnSpc>
                <a:spcPct val="100000"/>
              </a:lnSpc>
              <a:spcBef>
                <a:spcPts val="1000"/>
              </a:spcBef>
              <a:spcAft>
                <a:spcPts val="0"/>
              </a:spcAft>
              <a:buClr>
                <a:schemeClr val="dk1"/>
              </a:buClr>
              <a:buSzPts val="1400"/>
              <a:buChar char="●"/>
            </a:pPr>
            <a:r>
              <a:rPr lang="en">
                <a:solidFill>
                  <a:schemeClr val="dk1"/>
                </a:solidFill>
              </a:rPr>
              <a:t>Established biases do influence credibility scores</a:t>
            </a:r>
            <a:endParaRPr>
              <a:solidFill>
                <a:schemeClr val="dk1"/>
              </a:solidFill>
            </a:endParaRPr>
          </a:p>
          <a:p>
            <a:pPr indent="0" lvl="0" marL="0" rtl="0" algn="l">
              <a:lnSpc>
                <a:spcPct val="100000"/>
              </a:lnSpc>
              <a:spcBef>
                <a:spcPts val="1000"/>
              </a:spcBef>
              <a:spcAft>
                <a:spcPts val="0"/>
              </a:spcAft>
              <a:buNone/>
            </a:pPr>
            <a:r>
              <a:t/>
            </a:r>
            <a:endParaRPr>
              <a:solidFill>
                <a:schemeClr val="dk1"/>
              </a:solidFill>
            </a:endParaRPr>
          </a:p>
          <a:p>
            <a:pPr indent="-317500" lvl="0" marL="457200" rtl="0" algn="l">
              <a:lnSpc>
                <a:spcPct val="100000"/>
              </a:lnSpc>
              <a:spcBef>
                <a:spcPts val="1000"/>
              </a:spcBef>
              <a:spcAft>
                <a:spcPts val="0"/>
              </a:spcAft>
              <a:buClr>
                <a:schemeClr val="dk1"/>
              </a:buClr>
              <a:buSzPts val="1400"/>
              <a:buChar char="●"/>
            </a:pPr>
            <a:r>
              <a:rPr lang="en">
                <a:solidFill>
                  <a:schemeClr val="dk1"/>
                </a:solidFill>
              </a:rPr>
              <a:t>Established biases explain some variation (increase R^2)</a:t>
            </a:r>
            <a:endParaRPr>
              <a:solidFill>
                <a:schemeClr val="dk1"/>
              </a:solidFill>
            </a:endParaRPr>
          </a:p>
        </p:txBody>
      </p:sp>
      <p:sp>
        <p:nvSpPr>
          <p:cNvPr id="403" name="Google Shape;403;p38"/>
          <p:cNvSpPr txBox="1"/>
          <p:nvPr>
            <p:ph type="title"/>
          </p:nvPr>
        </p:nvSpPr>
        <p:spPr>
          <a:xfrm>
            <a:off x="276650" y="459625"/>
            <a:ext cx="76908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920"/>
              <a:t>Analysis and Results </a:t>
            </a:r>
            <a:endParaRPr sz="2920"/>
          </a:p>
        </p:txBody>
      </p:sp>
      <p:sp>
        <p:nvSpPr>
          <p:cNvPr id="404" name="Google Shape;404;p38"/>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p>
            <a:pPr indent="0" lvl="0" marL="0" rtl="0" algn="r">
              <a:spcBef>
                <a:spcPts val="0"/>
              </a:spcBef>
              <a:spcAft>
                <a:spcPts val="0"/>
              </a:spcAft>
              <a:buNone/>
            </a:pPr>
            <a:fld id="{00000000-1234-1234-1234-123412341234}" type="slidenum">
              <a:rPr lang="en"/>
              <a:t>‹#›</a:t>
            </a:fld>
            <a:endParaRPr/>
          </a:p>
        </p:txBody>
      </p:sp>
      <p:sp>
        <p:nvSpPr>
          <p:cNvPr id="405" name="Google Shape;405;p38"/>
          <p:cNvSpPr txBox="1"/>
          <p:nvPr>
            <p:ph idx="2" type="subTitle"/>
          </p:nvPr>
        </p:nvSpPr>
        <p:spPr>
          <a:xfrm>
            <a:off x="436725" y="230700"/>
            <a:ext cx="1893000" cy="228600"/>
          </a:xfrm>
          <a:prstGeom prst="rect">
            <a:avLst/>
          </a:prstGeom>
        </p:spPr>
        <p:txBody>
          <a:bodyPr anchorCtr="0" anchor="t" bIns="0" lIns="0" spcFirstLastPara="1" rIns="91425" wrap="square" tIns="0">
            <a:normAutofit/>
          </a:bodyPr>
          <a:lstStyle/>
          <a:p>
            <a:pPr indent="0" lvl="0" marL="0" rtl="0" algn="l">
              <a:spcBef>
                <a:spcPts val="0"/>
              </a:spcBef>
              <a:spcAft>
                <a:spcPts val="1200"/>
              </a:spcAft>
              <a:buNone/>
            </a:pPr>
            <a:r>
              <a:rPr lang="en"/>
              <a:t>UC Berkeley</a:t>
            </a:r>
            <a:endParaRPr/>
          </a:p>
        </p:txBody>
      </p:sp>
      <p:sp>
        <p:nvSpPr>
          <p:cNvPr id="406" name="Google Shape;406;p38"/>
          <p:cNvSpPr txBox="1"/>
          <p:nvPr>
            <p:ph idx="1" type="subTitle"/>
          </p:nvPr>
        </p:nvSpPr>
        <p:spPr>
          <a:xfrm>
            <a:off x="6802800" y="230700"/>
            <a:ext cx="1050600" cy="145800"/>
          </a:xfrm>
          <a:prstGeom prst="rect">
            <a:avLst/>
          </a:prstGeom>
        </p:spPr>
        <p:txBody>
          <a:bodyPr anchorCtr="0" anchor="t" bIns="0" lIns="0" spcFirstLastPara="1" rIns="0" wrap="square" tIns="0">
            <a:normAutofit/>
          </a:bodyPr>
          <a:lstStyle/>
          <a:p>
            <a:pPr indent="0" lvl="0" marL="0" rtl="0" algn="r">
              <a:spcBef>
                <a:spcPts val="0"/>
              </a:spcBef>
              <a:spcAft>
                <a:spcPts val="1200"/>
              </a:spcAft>
              <a:buNone/>
            </a:pPr>
            <a:r>
              <a:rPr lang="en"/>
              <a:t>April  14th, 2026</a:t>
            </a:r>
            <a:endParaRPr/>
          </a:p>
        </p:txBody>
      </p:sp>
      <p:pic>
        <p:nvPicPr>
          <p:cNvPr id="407" name="Google Shape;407;p38" title="Screenshot 2026-04-13 at 10.27.22 PM.png"/>
          <p:cNvPicPr preferRelativeResize="0"/>
          <p:nvPr/>
        </p:nvPicPr>
        <p:blipFill>
          <a:blip r:embed="rId3">
            <a:alphaModFix/>
          </a:blip>
          <a:stretch>
            <a:fillRect/>
          </a:stretch>
        </p:blipFill>
        <p:spPr>
          <a:xfrm>
            <a:off x="2499654" y="1121900"/>
            <a:ext cx="3314771" cy="4021776"/>
          </a:xfrm>
          <a:prstGeom prst="rect">
            <a:avLst/>
          </a:prstGeom>
          <a:noFill/>
          <a:ln cap="flat" cmpd="sng" w="9525">
            <a:solidFill>
              <a:schemeClr val="dk1"/>
            </a:solidFill>
            <a:prstDash val="solid"/>
            <a:round/>
            <a:headEnd len="sm" w="sm" type="none"/>
            <a:tailEnd len="sm" w="sm" type="none"/>
          </a:ln>
        </p:spPr>
      </p:pic>
      <p:pic>
        <p:nvPicPr>
          <p:cNvPr id="408" name="Google Shape;408;p38" title="Screenshot 2026-04-13 at 10.29.05 PM.png"/>
          <p:cNvPicPr preferRelativeResize="0"/>
          <p:nvPr/>
        </p:nvPicPr>
        <p:blipFill>
          <a:blip r:embed="rId4">
            <a:alphaModFix/>
          </a:blip>
          <a:stretch>
            <a:fillRect/>
          </a:stretch>
        </p:blipFill>
        <p:spPr>
          <a:xfrm>
            <a:off x="5814427" y="1121900"/>
            <a:ext cx="3329573" cy="4021776"/>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2" name="Shape 412"/>
        <p:cNvGrpSpPr/>
        <p:nvPr/>
      </p:nvGrpSpPr>
      <p:grpSpPr>
        <a:xfrm>
          <a:off x="0" y="0"/>
          <a:ext cx="0" cy="0"/>
          <a:chOff x="0" y="0"/>
          <a:chExt cx="0" cy="0"/>
        </a:xfrm>
      </p:grpSpPr>
      <p:sp>
        <p:nvSpPr>
          <p:cNvPr id="413" name="Google Shape;413;p39"/>
          <p:cNvSpPr txBox="1"/>
          <p:nvPr/>
        </p:nvSpPr>
        <p:spPr>
          <a:xfrm>
            <a:off x="0" y="1799875"/>
            <a:ext cx="2695800" cy="3343800"/>
          </a:xfrm>
          <a:prstGeom prst="rect">
            <a:avLst/>
          </a:prstGeom>
          <a:noFill/>
          <a:ln>
            <a:noFill/>
          </a:ln>
        </p:spPr>
        <p:txBody>
          <a:bodyPr anchorCtr="0" anchor="ctr" bIns="91425" lIns="91425" spcFirstLastPara="1" rIns="91425" wrap="square" tIns="91425">
            <a:noAutofit/>
          </a:bodyPr>
          <a:lstStyle/>
          <a:p>
            <a:pPr indent="-317500" lvl="0" marL="457200" rtl="0" algn="l">
              <a:lnSpc>
                <a:spcPct val="100000"/>
              </a:lnSpc>
              <a:spcBef>
                <a:spcPts val="1000"/>
              </a:spcBef>
              <a:spcAft>
                <a:spcPts val="0"/>
              </a:spcAft>
              <a:buClr>
                <a:schemeClr val="dk1"/>
              </a:buClr>
              <a:buSzPts val="1400"/>
              <a:buChar char="●"/>
            </a:pPr>
            <a:r>
              <a:rPr lang="en">
                <a:solidFill>
                  <a:schemeClr val="dk1"/>
                </a:solidFill>
              </a:rPr>
              <a:t>Treatment effect is not statistically significant</a:t>
            </a:r>
            <a:endParaRPr>
              <a:solidFill>
                <a:schemeClr val="dk1"/>
              </a:solidFill>
            </a:endParaRPr>
          </a:p>
          <a:p>
            <a:pPr indent="0" lvl="0" marL="0" rtl="0" algn="l">
              <a:lnSpc>
                <a:spcPct val="100000"/>
              </a:lnSpc>
              <a:spcBef>
                <a:spcPts val="1000"/>
              </a:spcBef>
              <a:spcAft>
                <a:spcPts val="0"/>
              </a:spcAft>
              <a:buNone/>
            </a:pPr>
            <a:r>
              <a:t/>
            </a:r>
            <a:endParaRPr>
              <a:solidFill>
                <a:schemeClr val="dk1"/>
              </a:solidFill>
            </a:endParaRPr>
          </a:p>
          <a:p>
            <a:pPr indent="-317500" lvl="0" marL="457200" rtl="0" algn="l">
              <a:lnSpc>
                <a:spcPct val="100000"/>
              </a:lnSpc>
              <a:spcBef>
                <a:spcPts val="1000"/>
              </a:spcBef>
              <a:spcAft>
                <a:spcPts val="0"/>
              </a:spcAft>
              <a:buClr>
                <a:schemeClr val="dk1"/>
              </a:buClr>
              <a:buSzPts val="1400"/>
              <a:buChar char="●"/>
            </a:pPr>
            <a:r>
              <a:rPr lang="en">
                <a:solidFill>
                  <a:schemeClr val="dk1"/>
                </a:solidFill>
              </a:rPr>
              <a:t>Established biases do influence credibility scores</a:t>
            </a:r>
            <a:endParaRPr>
              <a:solidFill>
                <a:schemeClr val="dk1"/>
              </a:solidFill>
            </a:endParaRPr>
          </a:p>
          <a:p>
            <a:pPr indent="0" lvl="0" marL="0" rtl="0" algn="l">
              <a:lnSpc>
                <a:spcPct val="100000"/>
              </a:lnSpc>
              <a:spcBef>
                <a:spcPts val="1000"/>
              </a:spcBef>
              <a:spcAft>
                <a:spcPts val="0"/>
              </a:spcAft>
              <a:buNone/>
            </a:pPr>
            <a:r>
              <a:t/>
            </a:r>
            <a:endParaRPr>
              <a:solidFill>
                <a:schemeClr val="dk1"/>
              </a:solidFill>
            </a:endParaRPr>
          </a:p>
          <a:p>
            <a:pPr indent="-317500" lvl="0" marL="457200" rtl="0" algn="l">
              <a:lnSpc>
                <a:spcPct val="100000"/>
              </a:lnSpc>
              <a:spcBef>
                <a:spcPts val="1000"/>
              </a:spcBef>
              <a:spcAft>
                <a:spcPts val="0"/>
              </a:spcAft>
              <a:buClr>
                <a:schemeClr val="dk1"/>
              </a:buClr>
              <a:buSzPts val="1400"/>
              <a:buChar char="●"/>
            </a:pPr>
            <a:r>
              <a:rPr lang="en">
                <a:solidFill>
                  <a:schemeClr val="dk1"/>
                </a:solidFill>
              </a:rPr>
              <a:t>Established biases explain some variation (increase R^2)</a:t>
            </a:r>
            <a:endParaRPr>
              <a:solidFill>
                <a:schemeClr val="dk1"/>
              </a:solidFill>
            </a:endParaRPr>
          </a:p>
        </p:txBody>
      </p:sp>
      <p:sp>
        <p:nvSpPr>
          <p:cNvPr id="414" name="Google Shape;414;p39"/>
          <p:cNvSpPr txBox="1"/>
          <p:nvPr>
            <p:ph type="title"/>
          </p:nvPr>
        </p:nvSpPr>
        <p:spPr>
          <a:xfrm>
            <a:off x="276650" y="459625"/>
            <a:ext cx="76908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920"/>
              <a:t>Analysis and Results </a:t>
            </a:r>
            <a:endParaRPr sz="2920"/>
          </a:p>
        </p:txBody>
      </p:sp>
      <p:sp>
        <p:nvSpPr>
          <p:cNvPr id="415" name="Google Shape;415;p39"/>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p>
            <a:pPr indent="0" lvl="0" marL="0" rtl="0" algn="r">
              <a:spcBef>
                <a:spcPts val="0"/>
              </a:spcBef>
              <a:spcAft>
                <a:spcPts val="0"/>
              </a:spcAft>
              <a:buNone/>
            </a:pPr>
            <a:fld id="{00000000-1234-1234-1234-123412341234}" type="slidenum">
              <a:rPr lang="en"/>
              <a:t>‹#›</a:t>
            </a:fld>
            <a:endParaRPr/>
          </a:p>
        </p:txBody>
      </p:sp>
      <p:sp>
        <p:nvSpPr>
          <p:cNvPr id="416" name="Google Shape;416;p39"/>
          <p:cNvSpPr txBox="1"/>
          <p:nvPr>
            <p:ph idx="2" type="subTitle"/>
          </p:nvPr>
        </p:nvSpPr>
        <p:spPr>
          <a:xfrm>
            <a:off x="436725" y="230700"/>
            <a:ext cx="1893000" cy="228600"/>
          </a:xfrm>
          <a:prstGeom prst="rect">
            <a:avLst/>
          </a:prstGeom>
        </p:spPr>
        <p:txBody>
          <a:bodyPr anchorCtr="0" anchor="t" bIns="0" lIns="0" spcFirstLastPara="1" rIns="91425" wrap="square" tIns="0">
            <a:normAutofit/>
          </a:bodyPr>
          <a:lstStyle/>
          <a:p>
            <a:pPr indent="0" lvl="0" marL="0" rtl="0" algn="l">
              <a:spcBef>
                <a:spcPts val="0"/>
              </a:spcBef>
              <a:spcAft>
                <a:spcPts val="1200"/>
              </a:spcAft>
              <a:buNone/>
            </a:pPr>
            <a:r>
              <a:rPr lang="en"/>
              <a:t>UC Berkeley</a:t>
            </a:r>
            <a:endParaRPr/>
          </a:p>
        </p:txBody>
      </p:sp>
      <p:sp>
        <p:nvSpPr>
          <p:cNvPr id="417" name="Google Shape;417;p39"/>
          <p:cNvSpPr txBox="1"/>
          <p:nvPr>
            <p:ph idx="1" type="subTitle"/>
          </p:nvPr>
        </p:nvSpPr>
        <p:spPr>
          <a:xfrm>
            <a:off x="6802800" y="230700"/>
            <a:ext cx="1050600" cy="145800"/>
          </a:xfrm>
          <a:prstGeom prst="rect">
            <a:avLst/>
          </a:prstGeom>
        </p:spPr>
        <p:txBody>
          <a:bodyPr anchorCtr="0" anchor="t" bIns="0" lIns="0" spcFirstLastPara="1" rIns="0" wrap="square" tIns="0">
            <a:normAutofit/>
          </a:bodyPr>
          <a:lstStyle/>
          <a:p>
            <a:pPr indent="0" lvl="0" marL="0" rtl="0" algn="r">
              <a:spcBef>
                <a:spcPts val="0"/>
              </a:spcBef>
              <a:spcAft>
                <a:spcPts val="1200"/>
              </a:spcAft>
              <a:buNone/>
            </a:pPr>
            <a:r>
              <a:rPr lang="en"/>
              <a:t>April  14th, 2026</a:t>
            </a:r>
            <a:endParaRPr/>
          </a:p>
        </p:txBody>
      </p:sp>
      <p:pic>
        <p:nvPicPr>
          <p:cNvPr id="418" name="Google Shape;418;p39"/>
          <p:cNvPicPr preferRelativeResize="0"/>
          <p:nvPr/>
        </p:nvPicPr>
        <p:blipFill rotWithShape="1">
          <a:blip r:embed="rId3">
            <a:alphaModFix/>
          </a:blip>
          <a:srcRect b="1652" l="0" r="0" t="0"/>
          <a:stretch/>
        </p:blipFill>
        <p:spPr>
          <a:xfrm>
            <a:off x="2567838" y="1121900"/>
            <a:ext cx="3423188" cy="4021775"/>
          </a:xfrm>
          <a:prstGeom prst="rect">
            <a:avLst/>
          </a:prstGeom>
          <a:noFill/>
          <a:ln cap="flat" cmpd="sng" w="9525">
            <a:solidFill>
              <a:schemeClr val="dk1"/>
            </a:solidFill>
            <a:prstDash val="solid"/>
            <a:round/>
            <a:headEnd len="sm" w="sm" type="none"/>
            <a:tailEnd len="sm" w="sm" type="none"/>
          </a:ln>
        </p:spPr>
      </p:pic>
      <p:pic>
        <p:nvPicPr>
          <p:cNvPr id="419" name="Google Shape;419;p39"/>
          <p:cNvPicPr preferRelativeResize="0"/>
          <p:nvPr/>
        </p:nvPicPr>
        <p:blipFill>
          <a:blip r:embed="rId4">
            <a:alphaModFix/>
          </a:blip>
          <a:stretch>
            <a:fillRect/>
          </a:stretch>
        </p:blipFill>
        <p:spPr>
          <a:xfrm>
            <a:off x="5991025" y="1121900"/>
            <a:ext cx="3152974" cy="4021776"/>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0"/>
          <p:cNvSpPr txBox="1"/>
          <p:nvPr/>
        </p:nvSpPr>
        <p:spPr>
          <a:xfrm>
            <a:off x="4570800" y="2278150"/>
            <a:ext cx="4570800" cy="1200300"/>
          </a:xfrm>
          <a:prstGeom prst="rect">
            <a:avLst/>
          </a:prstGeom>
          <a:noFill/>
          <a:ln>
            <a:noFill/>
          </a:ln>
        </p:spPr>
        <p:txBody>
          <a:bodyPr anchorCtr="0" anchor="t" bIns="91425" lIns="91425" spcFirstLastPara="1" rIns="91425" wrap="square" tIns="91425">
            <a:noAutofit/>
          </a:bodyPr>
          <a:lstStyle/>
          <a:p>
            <a:pPr indent="-304800" lvl="0" marL="457200" rtl="0" algn="l">
              <a:spcBef>
                <a:spcPts val="1000"/>
              </a:spcBef>
              <a:spcAft>
                <a:spcPts val="0"/>
              </a:spcAft>
              <a:buClr>
                <a:schemeClr val="dk1"/>
              </a:buClr>
              <a:buSzPts val="1200"/>
              <a:buChar char="●"/>
            </a:pPr>
            <a:r>
              <a:rPr lang="en" sz="1200">
                <a:solidFill>
                  <a:schemeClr val="dk1"/>
                </a:solidFill>
              </a:rPr>
              <a:t>Evidence of differing effects based on attention checks → chose to drop those who don’t pass attention checks</a:t>
            </a:r>
            <a:endParaRPr sz="1200">
              <a:solidFill>
                <a:schemeClr val="dk1"/>
              </a:solidFill>
            </a:endParaRPr>
          </a:p>
          <a:p>
            <a:pPr indent="-304800" lvl="0" marL="457200" rtl="0" algn="l">
              <a:spcBef>
                <a:spcPts val="1000"/>
              </a:spcBef>
              <a:spcAft>
                <a:spcPts val="0"/>
              </a:spcAft>
              <a:buClr>
                <a:schemeClr val="dk1"/>
              </a:buClr>
              <a:buSzPts val="1200"/>
              <a:buChar char="●"/>
            </a:pPr>
            <a:r>
              <a:rPr lang="en" sz="1200">
                <a:solidFill>
                  <a:schemeClr val="dk1"/>
                </a:solidFill>
              </a:rPr>
              <a:t>Slight evidence of differing effects based on time spent completing survey (p-value = .02), but miniscule effect size (-.00004)</a:t>
            </a:r>
            <a:endParaRPr sz="1200">
              <a:solidFill>
                <a:schemeClr val="dk1"/>
              </a:solidFill>
            </a:endParaRPr>
          </a:p>
        </p:txBody>
      </p:sp>
      <p:sp>
        <p:nvSpPr>
          <p:cNvPr id="425" name="Google Shape;425;p40"/>
          <p:cNvSpPr txBox="1"/>
          <p:nvPr>
            <p:ph type="title"/>
          </p:nvPr>
        </p:nvSpPr>
        <p:spPr>
          <a:xfrm>
            <a:off x="276650" y="459625"/>
            <a:ext cx="76908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920"/>
              <a:t>Checks</a:t>
            </a:r>
            <a:endParaRPr sz="2920"/>
          </a:p>
        </p:txBody>
      </p:sp>
      <p:sp>
        <p:nvSpPr>
          <p:cNvPr id="426" name="Google Shape;426;p40"/>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p>
            <a:pPr indent="0" lvl="0" marL="0" rtl="0" algn="r">
              <a:spcBef>
                <a:spcPts val="0"/>
              </a:spcBef>
              <a:spcAft>
                <a:spcPts val="0"/>
              </a:spcAft>
              <a:buNone/>
            </a:pPr>
            <a:fld id="{00000000-1234-1234-1234-123412341234}" type="slidenum">
              <a:rPr lang="en"/>
              <a:t>‹#›</a:t>
            </a:fld>
            <a:endParaRPr/>
          </a:p>
        </p:txBody>
      </p:sp>
      <p:sp>
        <p:nvSpPr>
          <p:cNvPr id="427" name="Google Shape;427;p40"/>
          <p:cNvSpPr txBox="1"/>
          <p:nvPr>
            <p:ph idx="2" type="subTitle"/>
          </p:nvPr>
        </p:nvSpPr>
        <p:spPr>
          <a:xfrm>
            <a:off x="436725" y="230700"/>
            <a:ext cx="1893000" cy="228600"/>
          </a:xfrm>
          <a:prstGeom prst="rect">
            <a:avLst/>
          </a:prstGeom>
        </p:spPr>
        <p:txBody>
          <a:bodyPr anchorCtr="0" anchor="t" bIns="0" lIns="0" spcFirstLastPara="1" rIns="91425" wrap="square" tIns="0">
            <a:normAutofit/>
          </a:bodyPr>
          <a:lstStyle/>
          <a:p>
            <a:pPr indent="0" lvl="0" marL="0" rtl="0" algn="l">
              <a:spcBef>
                <a:spcPts val="0"/>
              </a:spcBef>
              <a:spcAft>
                <a:spcPts val="1200"/>
              </a:spcAft>
              <a:buNone/>
            </a:pPr>
            <a:r>
              <a:rPr lang="en"/>
              <a:t>UC Berkeley</a:t>
            </a:r>
            <a:endParaRPr/>
          </a:p>
        </p:txBody>
      </p:sp>
      <p:sp>
        <p:nvSpPr>
          <p:cNvPr id="428" name="Google Shape;428;p40"/>
          <p:cNvSpPr txBox="1"/>
          <p:nvPr>
            <p:ph idx="1" type="subTitle"/>
          </p:nvPr>
        </p:nvSpPr>
        <p:spPr>
          <a:xfrm>
            <a:off x="6802800" y="230700"/>
            <a:ext cx="1050600" cy="145800"/>
          </a:xfrm>
          <a:prstGeom prst="rect">
            <a:avLst/>
          </a:prstGeom>
        </p:spPr>
        <p:txBody>
          <a:bodyPr anchorCtr="0" anchor="t" bIns="0" lIns="0" spcFirstLastPara="1" rIns="0" wrap="square" tIns="0">
            <a:normAutofit/>
          </a:bodyPr>
          <a:lstStyle/>
          <a:p>
            <a:pPr indent="0" lvl="0" marL="0" rtl="0" algn="r">
              <a:spcBef>
                <a:spcPts val="0"/>
              </a:spcBef>
              <a:spcAft>
                <a:spcPts val="1200"/>
              </a:spcAft>
              <a:buNone/>
            </a:pPr>
            <a:r>
              <a:rPr lang="en"/>
              <a:t>April  14th, 2026</a:t>
            </a:r>
            <a:endParaRPr/>
          </a:p>
        </p:txBody>
      </p:sp>
      <p:sp>
        <p:nvSpPr>
          <p:cNvPr id="429" name="Google Shape;429;p40"/>
          <p:cNvSpPr txBox="1"/>
          <p:nvPr/>
        </p:nvSpPr>
        <p:spPr>
          <a:xfrm>
            <a:off x="0" y="2278125"/>
            <a:ext cx="4570800" cy="1200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
                <a:solidFill>
                  <a:schemeClr val="dk1"/>
                </a:solidFill>
              </a:rPr>
              <a:t>No evidence of differing attrition between treatment groups</a:t>
            </a:r>
            <a:endParaRPr>
              <a:solidFill>
                <a:schemeClr val="dk1"/>
              </a:solidFill>
            </a:endParaRPr>
          </a:p>
        </p:txBody>
      </p:sp>
      <p:cxnSp>
        <p:nvCxnSpPr>
          <p:cNvPr id="430" name="Google Shape;430;p40"/>
          <p:cNvCxnSpPr/>
          <p:nvPr/>
        </p:nvCxnSpPr>
        <p:spPr>
          <a:xfrm>
            <a:off x="4570800" y="1806225"/>
            <a:ext cx="3600" cy="3344400"/>
          </a:xfrm>
          <a:prstGeom prst="straightConnector1">
            <a:avLst/>
          </a:prstGeom>
          <a:noFill/>
          <a:ln cap="flat" cmpd="sng" w="9525">
            <a:solidFill>
              <a:schemeClr val="accent1"/>
            </a:solidFill>
            <a:prstDash val="solid"/>
            <a:round/>
            <a:headEnd len="med" w="med" type="none"/>
            <a:tailEnd len="med" w="med" type="none"/>
          </a:ln>
        </p:spPr>
      </p:cxnSp>
      <p:cxnSp>
        <p:nvCxnSpPr>
          <p:cNvPr id="431" name="Google Shape;431;p40"/>
          <p:cNvCxnSpPr/>
          <p:nvPr/>
        </p:nvCxnSpPr>
        <p:spPr>
          <a:xfrm rot="10800000">
            <a:off x="0" y="3478425"/>
            <a:ext cx="9144000" cy="0"/>
          </a:xfrm>
          <a:prstGeom prst="straightConnector1">
            <a:avLst/>
          </a:prstGeom>
          <a:noFill/>
          <a:ln cap="flat" cmpd="sng" w="9525">
            <a:solidFill>
              <a:schemeClr val="accent1"/>
            </a:solidFill>
            <a:prstDash val="solid"/>
            <a:round/>
            <a:headEnd len="med" w="med" type="none"/>
            <a:tailEnd len="med" w="med" type="none"/>
          </a:ln>
        </p:spPr>
      </p:cxnSp>
      <p:sp>
        <p:nvSpPr>
          <p:cNvPr id="432" name="Google Shape;432;p40"/>
          <p:cNvSpPr txBox="1"/>
          <p:nvPr/>
        </p:nvSpPr>
        <p:spPr>
          <a:xfrm>
            <a:off x="0" y="1806225"/>
            <a:ext cx="4570800" cy="47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100">
                <a:solidFill>
                  <a:schemeClr val="dk1"/>
                </a:solidFill>
                <a:latin typeface="IBM Plex Sans"/>
                <a:ea typeface="IBM Plex Sans"/>
                <a:cs typeface="IBM Plex Sans"/>
                <a:sym typeface="IBM Plex Sans"/>
              </a:rPr>
              <a:t>Attrition Check</a:t>
            </a:r>
            <a:endParaRPr b="1" sz="2100">
              <a:solidFill>
                <a:schemeClr val="dk1"/>
              </a:solidFill>
              <a:latin typeface="IBM Plex Sans"/>
              <a:ea typeface="IBM Plex Sans"/>
              <a:cs typeface="IBM Plex Sans"/>
              <a:sym typeface="IBM Plex Sans"/>
            </a:endParaRPr>
          </a:p>
        </p:txBody>
      </p:sp>
      <p:sp>
        <p:nvSpPr>
          <p:cNvPr id="433" name="Google Shape;433;p40"/>
          <p:cNvSpPr txBox="1"/>
          <p:nvPr/>
        </p:nvSpPr>
        <p:spPr>
          <a:xfrm>
            <a:off x="0" y="3478425"/>
            <a:ext cx="4570800" cy="47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100">
                <a:solidFill>
                  <a:schemeClr val="dk1"/>
                </a:solidFill>
                <a:latin typeface="IBM Plex Sans"/>
                <a:ea typeface="IBM Plex Sans"/>
                <a:cs typeface="IBM Plex Sans"/>
                <a:sym typeface="IBM Plex Sans"/>
              </a:rPr>
              <a:t>Randomization Order</a:t>
            </a:r>
            <a:r>
              <a:rPr b="1" lang="en" sz="2100">
                <a:solidFill>
                  <a:schemeClr val="dk1"/>
                </a:solidFill>
                <a:latin typeface="IBM Plex Sans"/>
                <a:ea typeface="IBM Plex Sans"/>
                <a:cs typeface="IBM Plex Sans"/>
                <a:sym typeface="IBM Plex Sans"/>
              </a:rPr>
              <a:t> Check</a:t>
            </a:r>
            <a:endParaRPr b="1" sz="2100">
              <a:solidFill>
                <a:schemeClr val="dk1"/>
              </a:solidFill>
              <a:latin typeface="IBM Plex Sans"/>
              <a:ea typeface="IBM Plex Sans"/>
              <a:cs typeface="IBM Plex Sans"/>
              <a:sym typeface="IBM Plex Sans"/>
            </a:endParaRPr>
          </a:p>
        </p:txBody>
      </p:sp>
      <p:sp>
        <p:nvSpPr>
          <p:cNvPr id="434" name="Google Shape;434;p40"/>
          <p:cNvSpPr txBox="1"/>
          <p:nvPr/>
        </p:nvSpPr>
        <p:spPr>
          <a:xfrm>
            <a:off x="4570800" y="1806225"/>
            <a:ext cx="4570800" cy="47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100">
                <a:solidFill>
                  <a:schemeClr val="dk1"/>
                </a:solidFill>
                <a:latin typeface="IBM Plex Sans"/>
                <a:ea typeface="IBM Plex Sans"/>
                <a:cs typeface="IBM Plex Sans"/>
                <a:sym typeface="IBM Plex Sans"/>
              </a:rPr>
              <a:t>Attention and Time</a:t>
            </a:r>
            <a:r>
              <a:rPr b="1" lang="en" sz="2100">
                <a:solidFill>
                  <a:schemeClr val="dk1"/>
                </a:solidFill>
                <a:latin typeface="IBM Plex Sans"/>
                <a:ea typeface="IBM Plex Sans"/>
                <a:cs typeface="IBM Plex Sans"/>
                <a:sym typeface="IBM Plex Sans"/>
              </a:rPr>
              <a:t> Check</a:t>
            </a:r>
            <a:endParaRPr b="1" sz="2100">
              <a:solidFill>
                <a:schemeClr val="dk1"/>
              </a:solidFill>
              <a:latin typeface="IBM Plex Sans"/>
              <a:ea typeface="IBM Plex Sans"/>
              <a:cs typeface="IBM Plex Sans"/>
              <a:sym typeface="IBM Plex Sans"/>
            </a:endParaRPr>
          </a:p>
        </p:txBody>
      </p:sp>
      <p:sp>
        <p:nvSpPr>
          <p:cNvPr id="435" name="Google Shape;435;p40"/>
          <p:cNvSpPr txBox="1"/>
          <p:nvPr/>
        </p:nvSpPr>
        <p:spPr>
          <a:xfrm>
            <a:off x="4570800" y="3478425"/>
            <a:ext cx="4570800" cy="47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100">
                <a:solidFill>
                  <a:schemeClr val="dk1"/>
                </a:solidFill>
                <a:latin typeface="IBM Plex Sans"/>
                <a:ea typeface="IBM Plex Sans"/>
                <a:cs typeface="IBM Plex Sans"/>
                <a:sym typeface="IBM Plex Sans"/>
              </a:rPr>
              <a:t>Position</a:t>
            </a:r>
            <a:r>
              <a:rPr b="1" lang="en" sz="2100">
                <a:solidFill>
                  <a:schemeClr val="dk1"/>
                </a:solidFill>
                <a:latin typeface="IBM Plex Sans"/>
                <a:ea typeface="IBM Plex Sans"/>
                <a:cs typeface="IBM Plex Sans"/>
                <a:sym typeface="IBM Plex Sans"/>
              </a:rPr>
              <a:t> Check</a:t>
            </a:r>
            <a:endParaRPr b="1" sz="2100">
              <a:solidFill>
                <a:schemeClr val="dk1"/>
              </a:solidFill>
              <a:latin typeface="IBM Plex Sans"/>
              <a:ea typeface="IBM Plex Sans"/>
              <a:cs typeface="IBM Plex Sans"/>
              <a:sym typeface="IBM Plex Sans"/>
            </a:endParaRPr>
          </a:p>
        </p:txBody>
      </p:sp>
      <p:sp>
        <p:nvSpPr>
          <p:cNvPr id="436" name="Google Shape;436;p40"/>
          <p:cNvSpPr txBox="1"/>
          <p:nvPr/>
        </p:nvSpPr>
        <p:spPr>
          <a:xfrm>
            <a:off x="276650" y="1183013"/>
            <a:ext cx="8447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To evaluate bias in our results, we ran four diagnostic tests:</a:t>
            </a:r>
            <a:endParaRPr sz="1200">
              <a:solidFill>
                <a:schemeClr val="dk1"/>
              </a:solidFill>
            </a:endParaRPr>
          </a:p>
        </p:txBody>
      </p:sp>
      <p:sp>
        <p:nvSpPr>
          <p:cNvPr id="437" name="Google Shape;437;p40"/>
          <p:cNvSpPr txBox="1"/>
          <p:nvPr/>
        </p:nvSpPr>
        <p:spPr>
          <a:xfrm>
            <a:off x="0" y="3950325"/>
            <a:ext cx="4570800" cy="1200300"/>
          </a:xfrm>
          <a:prstGeom prst="rect">
            <a:avLst/>
          </a:prstGeom>
          <a:noFill/>
          <a:ln>
            <a:noFill/>
          </a:ln>
        </p:spPr>
        <p:txBody>
          <a:bodyPr anchorCtr="0" anchor="t" bIns="91425" lIns="91425" spcFirstLastPara="1" rIns="91425" wrap="square" tIns="91425">
            <a:noAutofit/>
          </a:bodyPr>
          <a:lstStyle/>
          <a:p>
            <a:pPr indent="-304800" lvl="0" marL="457200" rtl="0" algn="l">
              <a:spcBef>
                <a:spcPts val="1000"/>
              </a:spcBef>
              <a:spcAft>
                <a:spcPts val="0"/>
              </a:spcAft>
              <a:buClr>
                <a:schemeClr val="dk1"/>
              </a:buClr>
              <a:buSzPts val="1200"/>
              <a:buChar char="●"/>
            </a:pPr>
            <a:r>
              <a:rPr lang="en" sz="1200">
                <a:solidFill>
                  <a:schemeClr val="dk1"/>
                </a:solidFill>
              </a:rPr>
              <a:t>Showing meat or seed oil claims first does seem to affect outcomes</a:t>
            </a:r>
            <a:endParaRPr sz="1200">
              <a:solidFill>
                <a:schemeClr val="dk1"/>
              </a:solidFill>
            </a:endParaRPr>
          </a:p>
          <a:p>
            <a:pPr indent="-304800" lvl="0" marL="457200" rtl="0" algn="l">
              <a:spcBef>
                <a:spcPts val="1000"/>
              </a:spcBef>
              <a:spcAft>
                <a:spcPts val="0"/>
              </a:spcAft>
              <a:buClr>
                <a:schemeClr val="dk1"/>
              </a:buClr>
              <a:buSzPts val="1200"/>
              <a:buChar char="●"/>
            </a:pPr>
            <a:r>
              <a:rPr lang="en" sz="1200">
                <a:solidFill>
                  <a:schemeClr val="dk1"/>
                </a:solidFill>
              </a:rPr>
              <a:t>Expert meat credibility decreases if shown influencer first, while expert seed oil credibility increases if shown influencer first</a:t>
            </a:r>
            <a:endParaRPr sz="1200">
              <a:solidFill>
                <a:schemeClr val="dk1"/>
              </a:solidFill>
            </a:endParaRPr>
          </a:p>
        </p:txBody>
      </p:sp>
      <p:sp>
        <p:nvSpPr>
          <p:cNvPr id="438" name="Google Shape;438;p40"/>
          <p:cNvSpPr txBox="1"/>
          <p:nvPr/>
        </p:nvSpPr>
        <p:spPr>
          <a:xfrm>
            <a:off x="4570800" y="3943200"/>
            <a:ext cx="4570800" cy="1200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
                <a:solidFill>
                  <a:schemeClr val="dk1"/>
                </a:solidFill>
              </a:rPr>
              <a:t>Dummy vs treatment positioning shouldn’t affect responses (dtdt or tddt), and it does not</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1"/>
          <p:cNvSpPr txBox="1"/>
          <p:nvPr>
            <p:ph type="title"/>
          </p:nvPr>
        </p:nvSpPr>
        <p:spPr>
          <a:xfrm>
            <a:off x="276650" y="459625"/>
            <a:ext cx="76908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920"/>
              <a:t>Thank you!</a:t>
            </a:r>
            <a:endParaRPr sz="2920"/>
          </a:p>
        </p:txBody>
      </p:sp>
      <p:sp>
        <p:nvSpPr>
          <p:cNvPr id="444" name="Google Shape;444;p41"/>
          <p:cNvSpPr txBox="1"/>
          <p:nvPr>
            <p:ph idx="12" type="sldNum"/>
          </p:nvPr>
        </p:nvSpPr>
        <p:spPr>
          <a:xfrm>
            <a:off x="8280600" y="228600"/>
            <a:ext cx="386400" cy="228600"/>
          </a:xfrm>
          <a:prstGeom prst="rect">
            <a:avLst/>
          </a:prstGeom>
        </p:spPr>
        <p:txBody>
          <a:bodyPr anchorCtr="0" anchor="t" bIns="0" lIns="0" spcFirstLastPara="1" rIns="0" wrap="square" tIns="0">
            <a:normAutofit/>
          </a:bodyPr>
          <a:lstStyle/>
          <a:p>
            <a:pPr indent="0" lvl="0" marL="0" rtl="0" algn="r">
              <a:spcBef>
                <a:spcPts val="0"/>
              </a:spcBef>
              <a:spcAft>
                <a:spcPts val="0"/>
              </a:spcAft>
              <a:buNone/>
            </a:pPr>
            <a:fld id="{00000000-1234-1234-1234-123412341234}" type="slidenum">
              <a:rPr lang="en"/>
              <a:t>‹#›</a:t>
            </a:fld>
            <a:endParaRPr/>
          </a:p>
        </p:txBody>
      </p:sp>
      <p:sp>
        <p:nvSpPr>
          <p:cNvPr id="445" name="Google Shape;445;p41"/>
          <p:cNvSpPr txBox="1"/>
          <p:nvPr>
            <p:ph idx="2" type="subTitle"/>
          </p:nvPr>
        </p:nvSpPr>
        <p:spPr>
          <a:xfrm>
            <a:off x="436725" y="230700"/>
            <a:ext cx="1893000" cy="228600"/>
          </a:xfrm>
          <a:prstGeom prst="rect">
            <a:avLst/>
          </a:prstGeom>
        </p:spPr>
        <p:txBody>
          <a:bodyPr anchorCtr="0" anchor="t" bIns="0" lIns="0" spcFirstLastPara="1" rIns="91425" wrap="square" tIns="0">
            <a:normAutofit/>
          </a:bodyPr>
          <a:lstStyle/>
          <a:p>
            <a:pPr indent="0" lvl="0" marL="0" rtl="0" algn="l">
              <a:spcBef>
                <a:spcPts val="0"/>
              </a:spcBef>
              <a:spcAft>
                <a:spcPts val="1200"/>
              </a:spcAft>
              <a:buNone/>
            </a:pPr>
            <a:r>
              <a:rPr lang="en"/>
              <a:t>UC Berkeley</a:t>
            </a:r>
            <a:endParaRPr/>
          </a:p>
        </p:txBody>
      </p:sp>
      <p:sp>
        <p:nvSpPr>
          <p:cNvPr id="446" name="Google Shape;446;p41"/>
          <p:cNvSpPr txBox="1"/>
          <p:nvPr>
            <p:ph idx="1" type="subTitle"/>
          </p:nvPr>
        </p:nvSpPr>
        <p:spPr>
          <a:xfrm>
            <a:off x="6802800" y="230700"/>
            <a:ext cx="1050600" cy="145800"/>
          </a:xfrm>
          <a:prstGeom prst="rect">
            <a:avLst/>
          </a:prstGeom>
        </p:spPr>
        <p:txBody>
          <a:bodyPr anchorCtr="0" anchor="t" bIns="0" lIns="0" spcFirstLastPara="1" rIns="0" wrap="square" tIns="0">
            <a:normAutofit/>
          </a:bodyPr>
          <a:lstStyle/>
          <a:p>
            <a:pPr indent="0" lvl="0" marL="0" rtl="0" algn="r">
              <a:spcBef>
                <a:spcPts val="0"/>
              </a:spcBef>
              <a:spcAft>
                <a:spcPts val="1200"/>
              </a:spcAft>
              <a:buNone/>
            </a:pPr>
            <a:r>
              <a:rPr lang="en"/>
              <a:t>April  14th, 2026</a:t>
            </a:r>
            <a:endParaRPr/>
          </a:p>
        </p:txBody>
      </p:sp>
      <p:sp>
        <p:nvSpPr>
          <p:cNvPr id="447" name="Google Shape;447;p41"/>
          <p:cNvSpPr txBox="1"/>
          <p:nvPr/>
        </p:nvSpPr>
        <p:spPr>
          <a:xfrm>
            <a:off x="326000" y="1939150"/>
            <a:ext cx="8564100" cy="30846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1"/>
              </a:buClr>
              <a:buSzPts val="1400"/>
              <a:buChar char="●"/>
            </a:pPr>
            <a:r>
              <a:rPr lang="en">
                <a:solidFill>
                  <a:schemeClr val="dk1"/>
                </a:solidFill>
              </a:rPr>
              <a:t>Given increased questions about the credibility of online posts tied to algorithms, politicization, and the increased use of AI, is our focus on source cues and authenticity insufficient to capture how people make decisions about credibility?</a:t>
            </a:r>
            <a:endParaRPr>
              <a:solidFill>
                <a:schemeClr val="dk1"/>
              </a:solidFill>
            </a:endParaRPr>
          </a:p>
          <a:p>
            <a:pPr indent="-317500" lvl="0" marL="457200" rtl="0" algn="l">
              <a:lnSpc>
                <a:spcPct val="115000"/>
              </a:lnSpc>
              <a:spcBef>
                <a:spcPts val="1000"/>
              </a:spcBef>
              <a:spcAft>
                <a:spcPts val="0"/>
              </a:spcAft>
              <a:buClr>
                <a:schemeClr val="dk1"/>
              </a:buClr>
              <a:buSzPts val="1400"/>
              <a:buChar char="●"/>
            </a:pPr>
            <a:r>
              <a:rPr lang="en">
                <a:solidFill>
                  <a:schemeClr val="dk1"/>
                </a:solidFill>
              </a:rPr>
              <a:t>We struggled with power and likely have too many variables embedded in our treatment with multi-directional signal. Any clever ideas to increase power?</a:t>
            </a:r>
            <a:endParaRPr>
              <a:solidFill>
                <a:schemeClr val="dk1"/>
              </a:solidFill>
            </a:endParaRPr>
          </a:p>
          <a:p>
            <a:pPr indent="-317500" lvl="0" marL="457200" rtl="0" algn="l">
              <a:lnSpc>
                <a:spcPct val="115000"/>
              </a:lnSpc>
              <a:spcBef>
                <a:spcPts val="1000"/>
              </a:spcBef>
              <a:spcAft>
                <a:spcPts val="0"/>
              </a:spcAft>
              <a:buClr>
                <a:schemeClr val="dk1"/>
              </a:buClr>
              <a:buSzPts val="1400"/>
              <a:buChar char="●"/>
            </a:pPr>
            <a:r>
              <a:rPr lang="en">
                <a:solidFill>
                  <a:schemeClr val="dk1"/>
                </a:solidFill>
              </a:rPr>
              <a:t>Could we measure baseline belief on nutritional recommendations without tipping our hand as to what we are focused on?</a:t>
            </a:r>
            <a:endParaRPr>
              <a:solidFill>
                <a:schemeClr val="dk1"/>
              </a:solidFill>
            </a:endParaRPr>
          </a:p>
          <a:p>
            <a:pPr indent="-317500" lvl="0" marL="457200" rtl="0" algn="l">
              <a:lnSpc>
                <a:spcPct val="115000"/>
              </a:lnSpc>
              <a:spcBef>
                <a:spcPts val="1000"/>
              </a:spcBef>
              <a:spcAft>
                <a:spcPts val="0"/>
              </a:spcAft>
              <a:buClr>
                <a:schemeClr val="dk1"/>
              </a:buClr>
              <a:buSzPts val="1400"/>
              <a:buChar char="●"/>
            </a:pPr>
            <a:r>
              <a:rPr lang="en">
                <a:solidFill>
                  <a:schemeClr val="dk1"/>
                </a:solidFill>
              </a:rPr>
              <a:t>In building an index, what should we be thinking about to make sure we build an effective one?</a:t>
            </a:r>
            <a:endParaRPr>
              <a:solidFill>
                <a:schemeClr val="dk1"/>
              </a:solidFill>
            </a:endParaRPr>
          </a:p>
          <a:p>
            <a:pPr indent="-317500" lvl="0" marL="457200" rtl="0" algn="l">
              <a:lnSpc>
                <a:spcPct val="115000"/>
              </a:lnSpc>
              <a:spcBef>
                <a:spcPts val="1000"/>
              </a:spcBef>
              <a:spcAft>
                <a:spcPts val="0"/>
              </a:spcAft>
              <a:buClr>
                <a:schemeClr val="dk1"/>
              </a:buClr>
              <a:buSzPts val="1400"/>
              <a:buChar char="●"/>
            </a:pPr>
            <a:r>
              <a:rPr lang="en">
                <a:solidFill>
                  <a:schemeClr val="dk1"/>
                </a:solidFill>
              </a:rPr>
              <a:t>What </a:t>
            </a:r>
            <a:r>
              <a:rPr lang="en">
                <a:solidFill>
                  <a:schemeClr val="dk1"/>
                </a:solidFill>
              </a:rPr>
              <a:t>might be causing our randomization order effect, and how might we account for this difference between claims?</a:t>
            </a:r>
            <a:endParaRPr>
              <a:solidFill>
                <a:schemeClr val="dk1"/>
              </a:solidFill>
            </a:endParaRPr>
          </a:p>
        </p:txBody>
      </p:sp>
      <p:sp>
        <p:nvSpPr>
          <p:cNvPr id="448" name="Google Shape;448;p41"/>
          <p:cNvSpPr txBox="1"/>
          <p:nvPr/>
        </p:nvSpPr>
        <p:spPr>
          <a:xfrm>
            <a:off x="276650" y="1364638"/>
            <a:ext cx="8447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rPr>
              <a:t>Questions for consideration:</a:t>
            </a:r>
            <a:endParaRPr sz="16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